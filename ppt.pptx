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60" r:id="rId2"/>
  </p:sldMasterIdLst>
  <p:sldIdLst>
    <p:sldId id="264" r:id="rId3"/>
    <p:sldId id="265" r:id="rId4"/>
    <p:sldId id="256" r:id="rId5"/>
    <p:sldId id="258" r:id="rId6"/>
    <p:sldId id="257" r:id="rId7"/>
    <p:sldId id="259" r:id="rId8"/>
    <p:sldId id="260" r:id="rId9"/>
    <p:sldId id="261" r:id="rId10"/>
    <p:sldId id="262" r:id="rId11"/>
    <p:sldId id="263" r:id="rId12"/>
    <p:sldId id="266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tags" Target="../tags/tag19.xml"/><Relationship Id="rId13" Type="http://schemas.openxmlformats.org/officeDocument/2006/relationships/tags" Target="../tags/tag24.xml"/><Relationship Id="rId18" Type="http://schemas.openxmlformats.org/officeDocument/2006/relationships/tags" Target="../tags/tag29.xml"/><Relationship Id="rId3" Type="http://schemas.openxmlformats.org/officeDocument/2006/relationships/tags" Target="../tags/tag14.xml"/><Relationship Id="rId21" Type="http://schemas.openxmlformats.org/officeDocument/2006/relationships/tags" Target="../tags/tag32.xml"/><Relationship Id="rId7" Type="http://schemas.openxmlformats.org/officeDocument/2006/relationships/tags" Target="../tags/tag18.xml"/><Relationship Id="rId12" Type="http://schemas.openxmlformats.org/officeDocument/2006/relationships/tags" Target="../tags/tag23.xml"/><Relationship Id="rId17" Type="http://schemas.openxmlformats.org/officeDocument/2006/relationships/tags" Target="../tags/tag28.xml"/><Relationship Id="rId25" Type="http://schemas.openxmlformats.org/officeDocument/2006/relationships/image" Target="../media/image2.svg"/><Relationship Id="rId2" Type="http://schemas.openxmlformats.org/officeDocument/2006/relationships/tags" Target="../tags/tag13.xml"/><Relationship Id="rId16" Type="http://schemas.openxmlformats.org/officeDocument/2006/relationships/tags" Target="../tags/tag27.xml"/><Relationship Id="rId20" Type="http://schemas.openxmlformats.org/officeDocument/2006/relationships/tags" Target="../tags/tag31.xml"/><Relationship Id="rId1" Type="http://schemas.openxmlformats.org/officeDocument/2006/relationships/tags" Target="../tags/tag12.xml"/><Relationship Id="rId6" Type="http://schemas.openxmlformats.org/officeDocument/2006/relationships/tags" Target="../tags/tag17.xml"/><Relationship Id="rId11" Type="http://schemas.openxmlformats.org/officeDocument/2006/relationships/tags" Target="../tags/tag22.xml"/><Relationship Id="rId24" Type="http://schemas.openxmlformats.org/officeDocument/2006/relationships/slideMaster" Target="../slideMasters/slideMaster2.xml"/><Relationship Id="rId5" Type="http://schemas.openxmlformats.org/officeDocument/2006/relationships/tags" Target="../tags/tag16.xml"/><Relationship Id="rId15" Type="http://schemas.openxmlformats.org/officeDocument/2006/relationships/tags" Target="../tags/tag26.xml"/><Relationship Id="rId23" Type="http://schemas.openxmlformats.org/officeDocument/2006/relationships/tags" Target="../tags/tag34.xml"/><Relationship Id="rId10" Type="http://schemas.openxmlformats.org/officeDocument/2006/relationships/tags" Target="../tags/tag21.xml"/><Relationship Id="rId19" Type="http://schemas.openxmlformats.org/officeDocument/2006/relationships/tags" Target="../tags/tag30.xml"/><Relationship Id="rId4" Type="http://schemas.openxmlformats.org/officeDocument/2006/relationships/tags" Target="../tags/tag15.xml"/><Relationship Id="rId9" Type="http://schemas.openxmlformats.org/officeDocument/2006/relationships/tags" Target="../tags/tag20.xml"/><Relationship Id="rId14" Type="http://schemas.openxmlformats.org/officeDocument/2006/relationships/tags" Target="../tags/tag25.xml"/><Relationship Id="rId22" Type="http://schemas.openxmlformats.org/officeDocument/2006/relationships/tags" Target="../tags/tag33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tags" Target="../tags/tag37.xml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39.xml"/><Relationship Id="rId4" Type="http://schemas.openxmlformats.org/officeDocument/2006/relationships/tags" Target="../tags/tag38.xml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tags" Target="../tags/tag47.xml"/><Relationship Id="rId13" Type="http://schemas.openxmlformats.org/officeDocument/2006/relationships/image" Target="../media/image1.svg"/><Relationship Id="rId3" Type="http://schemas.openxmlformats.org/officeDocument/2006/relationships/tags" Target="../tags/tag42.xml"/><Relationship Id="rId7" Type="http://schemas.openxmlformats.org/officeDocument/2006/relationships/tags" Target="../tags/tag46.xml"/><Relationship Id="rId12" Type="http://schemas.openxmlformats.org/officeDocument/2006/relationships/slideMaster" Target="../slideMasters/slideMaster2.xml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6" Type="http://schemas.openxmlformats.org/officeDocument/2006/relationships/tags" Target="../tags/tag45.xml"/><Relationship Id="rId11" Type="http://schemas.openxmlformats.org/officeDocument/2006/relationships/tags" Target="../tags/tag50.xml"/><Relationship Id="rId5" Type="http://schemas.openxmlformats.org/officeDocument/2006/relationships/tags" Target="../tags/tag44.xml"/><Relationship Id="rId10" Type="http://schemas.openxmlformats.org/officeDocument/2006/relationships/tags" Target="../tags/tag49.xml"/><Relationship Id="rId4" Type="http://schemas.openxmlformats.org/officeDocument/2006/relationships/tags" Target="../tags/tag43.xml"/><Relationship Id="rId9" Type="http://schemas.openxmlformats.org/officeDocument/2006/relationships/tags" Target="../tags/tag48.xml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tags" Target="../tags/tag58.xml"/><Relationship Id="rId13" Type="http://schemas.openxmlformats.org/officeDocument/2006/relationships/tags" Target="../tags/tag63.xml"/><Relationship Id="rId18" Type="http://schemas.openxmlformats.org/officeDocument/2006/relationships/tags" Target="../tags/tag68.xml"/><Relationship Id="rId3" Type="http://schemas.openxmlformats.org/officeDocument/2006/relationships/tags" Target="../tags/tag53.xml"/><Relationship Id="rId21" Type="http://schemas.openxmlformats.org/officeDocument/2006/relationships/image" Target="../media/image2.svg"/><Relationship Id="rId7" Type="http://schemas.openxmlformats.org/officeDocument/2006/relationships/tags" Target="../tags/tag57.xml"/><Relationship Id="rId12" Type="http://schemas.openxmlformats.org/officeDocument/2006/relationships/tags" Target="../tags/tag62.xml"/><Relationship Id="rId17" Type="http://schemas.openxmlformats.org/officeDocument/2006/relationships/tags" Target="../tags/tag67.xml"/><Relationship Id="rId2" Type="http://schemas.openxmlformats.org/officeDocument/2006/relationships/tags" Target="../tags/tag52.xml"/><Relationship Id="rId16" Type="http://schemas.openxmlformats.org/officeDocument/2006/relationships/tags" Target="../tags/tag66.xml"/><Relationship Id="rId20" Type="http://schemas.openxmlformats.org/officeDocument/2006/relationships/slideMaster" Target="../slideMasters/slideMaster2.xml"/><Relationship Id="rId1" Type="http://schemas.openxmlformats.org/officeDocument/2006/relationships/tags" Target="../tags/tag51.xml"/><Relationship Id="rId6" Type="http://schemas.openxmlformats.org/officeDocument/2006/relationships/tags" Target="../tags/tag56.xml"/><Relationship Id="rId11" Type="http://schemas.openxmlformats.org/officeDocument/2006/relationships/tags" Target="../tags/tag61.xml"/><Relationship Id="rId5" Type="http://schemas.openxmlformats.org/officeDocument/2006/relationships/tags" Target="../tags/tag55.xml"/><Relationship Id="rId15" Type="http://schemas.openxmlformats.org/officeDocument/2006/relationships/tags" Target="../tags/tag65.xml"/><Relationship Id="rId10" Type="http://schemas.openxmlformats.org/officeDocument/2006/relationships/tags" Target="../tags/tag60.xml"/><Relationship Id="rId19" Type="http://schemas.openxmlformats.org/officeDocument/2006/relationships/tags" Target="../tags/tag69.xml"/><Relationship Id="rId4" Type="http://schemas.openxmlformats.org/officeDocument/2006/relationships/tags" Target="../tags/tag54.xml"/><Relationship Id="rId9" Type="http://schemas.openxmlformats.org/officeDocument/2006/relationships/tags" Target="../tags/tag59.xml"/><Relationship Id="rId14" Type="http://schemas.openxmlformats.org/officeDocument/2006/relationships/tags" Target="../tags/tag64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tags" Target="../tags/tag72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71.xml"/><Relationship Id="rId1" Type="http://schemas.openxmlformats.org/officeDocument/2006/relationships/tags" Target="../tags/tag70.xml"/><Relationship Id="rId6" Type="http://schemas.openxmlformats.org/officeDocument/2006/relationships/tags" Target="../tags/tag75.xml"/><Relationship Id="rId5" Type="http://schemas.openxmlformats.org/officeDocument/2006/relationships/tags" Target="../tags/tag74.xml"/><Relationship Id="rId4" Type="http://schemas.openxmlformats.org/officeDocument/2006/relationships/tags" Target="../tags/tag73.xml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tags" Target="../tags/tag83.xml"/><Relationship Id="rId3" Type="http://schemas.openxmlformats.org/officeDocument/2006/relationships/tags" Target="../tags/tag78.xml"/><Relationship Id="rId7" Type="http://schemas.openxmlformats.org/officeDocument/2006/relationships/tags" Target="../tags/tag82.xml"/><Relationship Id="rId2" Type="http://schemas.openxmlformats.org/officeDocument/2006/relationships/tags" Target="../tags/tag77.xml"/><Relationship Id="rId1" Type="http://schemas.openxmlformats.org/officeDocument/2006/relationships/tags" Target="../tags/tag76.xml"/><Relationship Id="rId6" Type="http://schemas.openxmlformats.org/officeDocument/2006/relationships/tags" Target="../tags/tag81.xml"/><Relationship Id="rId5" Type="http://schemas.openxmlformats.org/officeDocument/2006/relationships/tags" Target="../tags/tag80.xml"/><Relationship Id="rId4" Type="http://schemas.openxmlformats.org/officeDocument/2006/relationships/tags" Target="../tags/tag79.xml"/><Relationship Id="rId9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tags" Target="../tags/tag86.xml"/><Relationship Id="rId2" Type="http://schemas.openxmlformats.org/officeDocument/2006/relationships/tags" Target="../tags/tag85.xml"/><Relationship Id="rId1" Type="http://schemas.openxmlformats.org/officeDocument/2006/relationships/tags" Target="../tags/tag84.xml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87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tags" Target="../tags/tag90.xml"/><Relationship Id="rId2" Type="http://schemas.openxmlformats.org/officeDocument/2006/relationships/tags" Target="../tags/tag89.xml"/><Relationship Id="rId1" Type="http://schemas.openxmlformats.org/officeDocument/2006/relationships/tags" Target="../tags/tag88.xml"/><Relationship Id="rId4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tags" Target="../tags/tag93.xml"/><Relationship Id="rId2" Type="http://schemas.openxmlformats.org/officeDocument/2006/relationships/tags" Target="../tags/tag92.xml"/><Relationship Id="rId1" Type="http://schemas.openxmlformats.org/officeDocument/2006/relationships/tags" Target="../tags/tag91.xml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94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tags" Target="../tags/tag97.xml"/><Relationship Id="rId2" Type="http://schemas.openxmlformats.org/officeDocument/2006/relationships/tags" Target="../tags/tag96.xml"/><Relationship Id="rId1" Type="http://schemas.openxmlformats.org/officeDocument/2006/relationships/tags" Target="../tags/tag95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99.xml"/><Relationship Id="rId4" Type="http://schemas.openxmlformats.org/officeDocument/2006/relationships/tags" Target="../tags/tag98.xml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tags" Target="../tags/tag107.xml"/><Relationship Id="rId13" Type="http://schemas.openxmlformats.org/officeDocument/2006/relationships/tags" Target="../tags/tag112.xml"/><Relationship Id="rId18" Type="http://schemas.openxmlformats.org/officeDocument/2006/relationships/tags" Target="../tags/tag117.xml"/><Relationship Id="rId3" Type="http://schemas.openxmlformats.org/officeDocument/2006/relationships/tags" Target="../tags/tag102.xml"/><Relationship Id="rId21" Type="http://schemas.openxmlformats.org/officeDocument/2006/relationships/image" Target="../media/image2.svg"/><Relationship Id="rId7" Type="http://schemas.openxmlformats.org/officeDocument/2006/relationships/tags" Target="../tags/tag106.xml"/><Relationship Id="rId12" Type="http://schemas.openxmlformats.org/officeDocument/2006/relationships/tags" Target="../tags/tag111.xml"/><Relationship Id="rId17" Type="http://schemas.openxmlformats.org/officeDocument/2006/relationships/tags" Target="../tags/tag116.xml"/><Relationship Id="rId2" Type="http://schemas.openxmlformats.org/officeDocument/2006/relationships/tags" Target="../tags/tag101.xml"/><Relationship Id="rId16" Type="http://schemas.openxmlformats.org/officeDocument/2006/relationships/tags" Target="../tags/tag115.xml"/><Relationship Id="rId20" Type="http://schemas.openxmlformats.org/officeDocument/2006/relationships/slideMaster" Target="../slideMasters/slideMaster2.xml"/><Relationship Id="rId1" Type="http://schemas.openxmlformats.org/officeDocument/2006/relationships/tags" Target="../tags/tag100.xml"/><Relationship Id="rId6" Type="http://schemas.openxmlformats.org/officeDocument/2006/relationships/tags" Target="../tags/tag105.xml"/><Relationship Id="rId11" Type="http://schemas.openxmlformats.org/officeDocument/2006/relationships/tags" Target="../tags/tag110.xml"/><Relationship Id="rId5" Type="http://schemas.openxmlformats.org/officeDocument/2006/relationships/tags" Target="../tags/tag104.xml"/><Relationship Id="rId15" Type="http://schemas.openxmlformats.org/officeDocument/2006/relationships/tags" Target="../tags/tag114.xml"/><Relationship Id="rId10" Type="http://schemas.openxmlformats.org/officeDocument/2006/relationships/tags" Target="../tags/tag109.xml"/><Relationship Id="rId19" Type="http://schemas.openxmlformats.org/officeDocument/2006/relationships/tags" Target="../tags/tag118.xml"/><Relationship Id="rId4" Type="http://schemas.openxmlformats.org/officeDocument/2006/relationships/tags" Target="../tags/tag103.xml"/><Relationship Id="rId9" Type="http://schemas.openxmlformats.org/officeDocument/2006/relationships/tags" Target="../tags/tag108.xml"/><Relationship Id="rId14" Type="http://schemas.openxmlformats.org/officeDocument/2006/relationships/tags" Target="../tags/tag11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>
            <p:custDataLst>
              <p:tags r:id="rId1"/>
            </p:custDataLst>
          </p:nvPr>
        </p:nvSpPr>
        <p:spPr>
          <a:xfrm>
            <a:off x="0" y="0"/>
            <a:ext cx="12191365" cy="6858000"/>
          </a:xfrm>
          <a:prstGeom prst="rect">
            <a:avLst/>
          </a:prstGeom>
          <a:gradFill flip="none" rotWithShape="1">
            <a:gsLst>
              <a:gs pos="6422">
                <a:schemeClr val="accent1">
                  <a:lumMod val="20000"/>
                  <a:lumOff val="80000"/>
                </a:schemeClr>
              </a:gs>
              <a:gs pos="53000">
                <a:schemeClr val="bg2"/>
              </a:gs>
              <a:gs pos="100000">
                <a:schemeClr val="bg1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/>
          </a:p>
        </p:txBody>
      </p:sp>
      <p:sp>
        <p:nvSpPr>
          <p:cNvPr id="8" name="椭圆 7"/>
          <p:cNvSpPr/>
          <p:nvPr>
            <p:custDataLst>
              <p:tags r:id="rId2"/>
            </p:custDataLst>
          </p:nvPr>
        </p:nvSpPr>
        <p:spPr>
          <a:xfrm>
            <a:off x="6719704" y="3429000"/>
            <a:ext cx="3068516" cy="3068676"/>
          </a:xfrm>
          <a:prstGeom prst="ellipse">
            <a:avLst/>
          </a:prstGeom>
          <a:gradFill flip="none" rotWithShape="1">
            <a:gsLst>
              <a:gs pos="75000">
                <a:schemeClr val="accent2"/>
              </a:gs>
              <a:gs pos="0">
                <a:schemeClr val="accent2">
                  <a:alpha val="0"/>
                </a:schemeClr>
              </a:gs>
            </a:gsLst>
            <a:lin ang="13500000" scaled="1"/>
            <a:tileRect/>
          </a:gradFill>
          <a:ln>
            <a:noFill/>
          </a:ln>
          <a:effectLst>
            <a:softEdge rad="571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9" name="任意多边形: 形状 8"/>
          <p:cNvSpPr/>
          <p:nvPr>
            <p:custDataLst>
              <p:tags r:id="rId3"/>
            </p:custDataLst>
          </p:nvPr>
        </p:nvSpPr>
        <p:spPr>
          <a:xfrm flipH="1" flipV="1">
            <a:off x="9257822" y="3925701"/>
            <a:ext cx="2933543" cy="2932298"/>
          </a:xfrm>
          <a:custGeom>
            <a:avLst/>
            <a:gdLst>
              <a:gd name="connsiteX0" fmla="*/ 0 w 1556484"/>
              <a:gd name="connsiteY0" fmla="*/ 0 h 1555743"/>
              <a:gd name="connsiteX1" fmla="*/ 1556484 w 1556484"/>
              <a:gd name="connsiteY1" fmla="*/ 0 h 1555743"/>
              <a:gd name="connsiteX2" fmla="*/ 1548919 w 1556484"/>
              <a:gd name="connsiteY2" fmla="*/ 149820 h 1555743"/>
              <a:gd name="connsiteX3" fmla="*/ 150601 w 1556484"/>
              <a:gd name="connsiteY3" fmla="*/ 1548138 h 1555743"/>
              <a:gd name="connsiteX4" fmla="*/ 0 w 1556484"/>
              <a:gd name="connsiteY4" fmla="*/ 1555743 h 1555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6484" h="1555743">
                <a:moveTo>
                  <a:pt x="0" y="0"/>
                </a:moveTo>
                <a:lnTo>
                  <a:pt x="1556484" y="0"/>
                </a:lnTo>
                <a:lnTo>
                  <a:pt x="1548919" y="149820"/>
                </a:lnTo>
                <a:cubicBezTo>
                  <a:pt x="1474043" y="887113"/>
                  <a:pt x="887894" y="1473262"/>
                  <a:pt x="150601" y="1548138"/>
                </a:cubicBezTo>
                <a:lnTo>
                  <a:pt x="0" y="1555743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57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/>
          </a:p>
        </p:txBody>
      </p:sp>
      <p:sp>
        <p:nvSpPr>
          <p:cNvPr id="11" name="矩形: 圆角 10"/>
          <p:cNvSpPr/>
          <p:nvPr>
            <p:custDataLst>
              <p:tags r:id="rId4"/>
            </p:custDataLst>
          </p:nvPr>
        </p:nvSpPr>
        <p:spPr>
          <a:xfrm>
            <a:off x="8277634" y="1016000"/>
            <a:ext cx="2933543" cy="5041900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2" name="椭圆 11"/>
          <p:cNvSpPr/>
          <p:nvPr>
            <p:custDataLst>
              <p:tags r:id="rId5"/>
            </p:custDataLst>
          </p:nvPr>
        </p:nvSpPr>
        <p:spPr>
          <a:xfrm>
            <a:off x="10436134" y="5241025"/>
            <a:ext cx="1149504" cy="1149564"/>
          </a:xfrm>
          <a:prstGeom prst="ellipse">
            <a:avLst/>
          </a:prstGeom>
          <a:gradFill flip="none" rotWithShape="1">
            <a:gsLst>
              <a:gs pos="76000">
                <a:schemeClr val="accent2"/>
              </a:gs>
              <a:gs pos="0">
                <a:schemeClr val="accent2">
                  <a:alpha val="0"/>
                </a:schemeClr>
              </a:gs>
            </a:gsLst>
            <a:lin ang="13500000" scaled="1"/>
            <a:tileRect/>
          </a:gradFill>
          <a:ln>
            <a:noFill/>
          </a:ln>
          <a:effectLst>
            <a:softEdge rad="254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3" name="矩形: 圆角 12"/>
          <p:cNvSpPr/>
          <p:nvPr>
            <p:custDataLst>
              <p:tags r:id="rId6"/>
            </p:custDataLst>
          </p:nvPr>
        </p:nvSpPr>
        <p:spPr>
          <a:xfrm>
            <a:off x="7760444" y="1016000"/>
            <a:ext cx="2933543" cy="50419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5" name="弧形 14"/>
          <p:cNvSpPr/>
          <p:nvPr>
            <p:custDataLst>
              <p:tags r:id="rId7"/>
            </p:custDataLst>
          </p:nvPr>
        </p:nvSpPr>
        <p:spPr>
          <a:xfrm rot="3870695">
            <a:off x="8401018" y="972063"/>
            <a:ext cx="1676786" cy="5677950"/>
          </a:xfrm>
          <a:prstGeom prst="arc">
            <a:avLst>
              <a:gd name="adj1" fmla="val 3401350"/>
              <a:gd name="adj2" fmla="val 6993367"/>
            </a:avLst>
          </a:prstGeom>
          <a:ln w="25400" cap="rnd">
            <a:solidFill>
              <a:schemeClr val="accent3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>
                <a:solidFill>
                  <a:schemeClr val="tx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6" name="弧形 15"/>
          <p:cNvSpPr/>
          <p:nvPr>
            <p:custDataLst>
              <p:tags r:id="rId8"/>
            </p:custDataLst>
          </p:nvPr>
        </p:nvSpPr>
        <p:spPr>
          <a:xfrm rot="3870695">
            <a:off x="8401018" y="972063"/>
            <a:ext cx="1676786" cy="5677950"/>
          </a:xfrm>
          <a:prstGeom prst="arc">
            <a:avLst>
              <a:gd name="adj1" fmla="val 15447740"/>
              <a:gd name="adj2" fmla="val 19307839"/>
            </a:avLst>
          </a:prstGeom>
          <a:ln w="25400" cap="rnd">
            <a:solidFill>
              <a:schemeClr val="accent3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>
                <a:solidFill>
                  <a:schemeClr val="tx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7" name="图形 9"/>
          <p:cNvSpPr/>
          <p:nvPr>
            <p:custDataLst>
              <p:tags r:id="rId9"/>
            </p:custDataLst>
          </p:nvPr>
        </p:nvSpPr>
        <p:spPr>
          <a:xfrm>
            <a:off x="7183173" y="1646415"/>
            <a:ext cx="372174" cy="372193"/>
          </a:xfrm>
          <a:custGeom>
            <a:avLst/>
            <a:gdLst>
              <a:gd name="connsiteX0" fmla="*/ 4846320 w 4846319"/>
              <a:gd name="connsiteY0" fmla="*/ 2423160 h 4846319"/>
              <a:gd name="connsiteX1" fmla="*/ 2423160 w 4846319"/>
              <a:gd name="connsiteY1" fmla="*/ 4846320 h 4846319"/>
              <a:gd name="connsiteX2" fmla="*/ 0 w 4846319"/>
              <a:gd name="connsiteY2" fmla="*/ 2423160 h 4846319"/>
              <a:gd name="connsiteX3" fmla="*/ 2423160 w 4846319"/>
              <a:gd name="connsiteY3" fmla="*/ 0 h 4846319"/>
              <a:gd name="connsiteX4" fmla="*/ 4846320 w 4846319"/>
              <a:gd name="connsiteY4" fmla="*/ 2423160 h 4846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6319" h="4846319">
                <a:moveTo>
                  <a:pt x="4846320" y="2423160"/>
                </a:moveTo>
                <a:cubicBezTo>
                  <a:pt x="3028950" y="2757773"/>
                  <a:pt x="2757773" y="3028950"/>
                  <a:pt x="2423160" y="4846320"/>
                </a:cubicBezTo>
                <a:cubicBezTo>
                  <a:pt x="2088547" y="3028950"/>
                  <a:pt x="1817370" y="2757773"/>
                  <a:pt x="0" y="2423160"/>
                </a:cubicBezTo>
                <a:cubicBezTo>
                  <a:pt x="1817370" y="2088547"/>
                  <a:pt x="2088547" y="1817370"/>
                  <a:pt x="2423160" y="0"/>
                </a:cubicBezTo>
                <a:cubicBezTo>
                  <a:pt x="2757773" y="1817370"/>
                  <a:pt x="3028950" y="2088547"/>
                  <a:pt x="4846320" y="2423160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endParaRPr lang="en-US"/>
          </a:p>
        </p:txBody>
      </p:sp>
      <p:pic>
        <p:nvPicPr>
          <p:cNvPr id="21" name="图形 11"/>
          <p:cNvPicPr>
            <a:picLocks noChangeAspect="1"/>
          </p:cNvPicPr>
          <p:nvPr>
            <p:custDataLst>
              <p:tags r:id="rId10"/>
            </p:custDataLst>
          </p:nvPr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rcRect b="15734"/>
          <a:stretch>
            <a:fillRect/>
          </a:stretch>
        </p:blipFill>
        <p:spPr>
          <a:xfrm>
            <a:off x="7914835" y="1806269"/>
            <a:ext cx="3203332" cy="4219741"/>
          </a:xfrm>
          <a:custGeom>
            <a:avLst/>
            <a:gdLst>
              <a:gd name="connsiteX0" fmla="*/ 0 w 2802798"/>
              <a:gd name="connsiteY0" fmla="*/ 0 h 3992193"/>
              <a:gd name="connsiteX1" fmla="*/ 2769449 w 2802798"/>
              <a:gd name="connsiteY1" fmla="*/ 0 h 3992193"/>
              <a:gd name="connsiteX2" fmla="*/ 2772997 w 2802798"/>
              <a:gd name="connsiteY2" fmla="*/ 13799 h 3992193"/>
              <a:gd name="connsiteX3" fmla="*/ 2802798 w 2802798"/>
              <a:gd name="connsiteY3" fmla="*/ 309420 h 3992193"/>
              <a:gd name="connsiteX4" fmla="*/ 2802798 w 2802798"/>
              <a:gd name="connsiteY4" fmla="*/ 2525345 h 3992193"/>
              <a:gd name="connsiteX5" fmla="*/ 1335950 w 2802798"/>
              <a:gd name="connsiteY5" fmla="*/ 3992193 h 3992193"/>
              <a:gd name="connsiteX6" fmla="*/ 46143 w 2802798"/>
              <a:gd name="connsiteY6" fmla="*/ 3224532 h 3992193"/>
              <a:gd name="connsiteX7" fmla="*/ 0 w 2802798"/>
              <a:gd name="connsiteY7" fmla="*/ 3128746 h 3992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802798" h="3992193">
                <a:moveTo>
                  <a:pt x="0" y="0"/>
                </a:moveTo>
                <a:lnTo>
                  <a:pt x="2769449" y="0"/>
                </a:lnTo>
                <a:lnTo>
                  <a:pt x="2772997" y="13799"/>
                </a:lnTo>
                <a:cubicBezTo>
                  <a:pt x="2792537" y="109287"/>
                  <a:pt x="2802798" y="208155"/>
                  <a:pt x="2802798" y="309420"/>
                </a:cubicBezTo>
                <a:lnTo>
                  <a:pt x="2802798" y="2525345"/>
                </a:lnTo>
                <a:cubicBezTo>
                  <a:pt x="2802798" y="3335463"/>
                  <a:pt x="2146068" y="3992193"/>
                  <a:pt x="1335950" y="3992193"/>
                </a:cubicBezTo>
                <a:cubicBezTo>
                  <a:pt x="778994" y="3992193"/>
                  <a:pt x="294538" y="3681786"/>
                  <a:pt x="46143" y="3224532"/>
                </a:cubicBezTo>
                <a:lnTo>
                  <a:pt x="0" y="3128746"/>
                </a:lnTo>
                <a:close/>
              </a:path>
            </a:pathLst>
          </a:custGeom>
        </p:spPr>
      </p:pic>
      <p:cxnSp>
        <p:nvCxnSpPr>
          <p:cNvPr id="25" name="直接连接符 24"/>
          <p:cNvCxnSpPr/>
          <p:nvPr>
            <p:custDataLst>
              <p:tags r:id="rId11"/>
            </p:custDataLst>
          </p:nvPr>
        </p:nvCxnSpPr>
        <p:spPr>
          <a:xfrm>
            <a:off x="11122282" y="681237"/>
            <a:ext cx="212714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>
            <p:custDataLst>
              <p:tags r:id="rId12"/>
            </p:custDataLst>
          </p:nvPr>
        </p:nvCxnSpPr>
        <p:spPr>
          <a:xfrm>
            <a:off x="11122282" y="756802"/>
            <a:ext cx="212714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>
            <p:custDataLst>
              <p:tags r:id="rId13"/>
            </p:custDataLst>
          </p:nvPr>
        </p:nvCxnSpPr>
        <p:spPr>
          <a:xfrm>
            <a:off x="11122282" y="833002"/>
            <a:ext cx="212714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任意多边形: 形状 27"/>
          <p:cNvSpPr/>
          <p:nvPr>
            <p:custDataLst>
              <p:tags r:id="rId14"/>
            </p:custDataLst>
          </p:nvPr>
        </p:nvSpPr>
        <p:spPr>
          <a:xfrm>
            <a:off x="0" y="0"/>
            <a:ext cx="1848075" cy="1847290"/>
          </a:xfrm>
          <a:custGeom>
            <a:avLst/>
            <a:gdLst>
              <a:gd name="connsiteX0" fmla="*/ 0 w 1556484"/>
              <a:gd name="connsiteY0" fmla="*/ 0 h 1555743"/>
              <a:gd name="connsiteX1" fmla="*/ 1556484 w 1556484"/>
              <a:gd name="connsiteY1" fmla="*/ 0 h 1555743"/>
              <a:gd name="connsiteX2" fmla="*/ 1548919 w 1556484"/>
              <a:gd name="connsiteY2" fmla="*/ 149820 h 1555743"/>
              <a:gd name="connsiteX3" fmla="*/ 150601 w 1556484"/>
              <a:gd name="connsiteY3" fmla="*/ 1548138 h 1555743"/>
              <a:gd name="connsiteX4" fmla="*/ 0 w 1556484"/>
              <a:gd name="connsiteY4" fmla="*/ 1555743 h 1555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6484" h="1555743">
                <a:moveTo>
                  <a:pt x="0" y="0"/>
                </a:moveTo>
                <a:lnTo>
                  <a:pt x="1556484" y="0"/>
                </a:lnTo>
                <a:lnTo>
                  <a:pt x="1548919" y="149820"/>
                </a:lnTo>
                <a:cubicBezTo>
                  <a:pt x="1474043" y="887113"/>
                  <a:pt x="887894" y="1473262"/>
                  <a:pt x="150601" y="1548138"/>
                </a:cubicBezTo>
                <a:lnTo>
                  <a:pt x="0" y="1555743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57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29" name="图形 9"/>
          <p:cNvSpPr/>
          <p:nvPr>
            <p:custDataLst>
              <p:tags r:id="rId15"/>
            </p:custDataLst>
          </p:nvPr>
        </p:nvSpPr>
        <p:spPr>
          <a:xfrm>
            <a:off x="9859557" y="4209212"/>
            <a:ext cx="368557" cy="368576"/>
          </a:xfrm>
          <a:custGeom>
            <a:avLst/>
            <a:gdLst>
              <a:gd name="connsiteX0" fmla="*/ 4846320 w 4846319"/>
              <a:gd name="connsiteY0" fmla="*/ 2423160 h 4846319"/>
              <a:gd name="connsiteX1" fmla="*/ 2423160 w 4846319"/>
              <a:gd name="connsiteY1" fmla="*/ 4846320 h 4846319"/>
              <a:gd name="connsiteX2" fmla="*/ 0 w 4846319"/>
              <a:gd name="connsiteY2" fmla="*/ 2423160 h 4846319"/>
              <a:gd name="connsiteX3" fmla="*/ 2423160 w 4846319"/>
              <a:gd name="connsiteY3" fmla="*/ 0 h 4846319"/>
              <a:gd name="connsiteX4" fmla="*/ 4846320 w 4846319"/>
              <a:gd name="connsiteY4" fmla="*/ 2423160 h 4846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6319" h="4846319">
                <a:moveTo>
                  <a:pt x="4846320" y="2423160"/>
                </a:moveTo>
                <a:cubicBezTo>
                  <a:pt x="3028950" y="2757773"/>
                  <a:pt x="2757773" y="3028950"/>
                  <a:pt x="2423160" y="4846320"/>
                </a:cubicBezTo>
                <a:cubicBezTo>
                  <a:pt x="2088547" y="3028950"/>
                  <a:pt x="1817370" y="2757773"/>
                  <a:pt x="0" y="2423160"/>
                </a:cubicBezTo>
                <a:cubicBezTo>
                  <a:pt x="1817370" y="2088547"/>
                  <a:pt x="2088547" y="1817370"/>
                  <a:pt x="2423160" y="0"/>
                </a:cubicBezTo>
                <a:cubicBezTo>
                  <a:pt x="2757773" y="1817370"/>
                  <a:pt x="3028950" y="2088547"/>
                  <a:pt x="4846320" y="2423160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endParaRPr lang="en-US"/>
          </a:p>
        </p:txBody>
      </p:sp>
      <p:sp>
        <p:nvSpPr>
          <p:cNvPr id="19" name="图形 9"/>
          <p:cNvSpPr/>
          <p:nvPr>
            <p:custDataLst>
              <p:tags r:id="rId16"/>
            </p:custDataLst>
          </p:nvPr>
        </p:nvSpPr>
        <p:spPr>
          <a:xfrm>
            <a:off x="7432419" y="1962602"/>
            <a:ext cx="651468" cy="651502"/>
          </a:xfrm>
          <a:custGeom>
            <a:avLst/>
            <a:gdLst>
              <a:gd name="connsiteX0" fmla="*/ 4846320 w 4846319"/>
              <a:gd name="connsiteY0" fmla="*/ 2423160 h 4846319"/>
              <a:gd name="connsiteX1" fmla="*/ 2423160 w 4846319"/>
              <a:gd name="connsiteY1" fmla="*/ 4846320 h 4846319"/>
              <a:gd name="connsiteX2" fmla="*/ 0 w 4846319"/>
              <a:gd name="connsiteY2" fmla="*/ 2423160 h 4846319"/>
              <a:gd name="connsiteX3" fmla="*/ 2423160 w 4846319"/>
              <a:gd name="connsiteY3" fmla="*/ 0 h 4846319"/>
              <a:gd name="connsiteX4" fmla="*/ 4846320 w 4846319"/>
              <a:gd name="connsiteY4" fmla="*/ 2423160 h 4846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6319" h="4846319">
                <a:moveTo>
                  <a:pt x="4846320" y="2423160"/>
                </a:moveTo>
                <a:cubicBezTo>
                  <a:pt x="3028950" y="2757773"/>
                  <a:pt x="2757773" y="3028950"/>
                  <a:pt x="2423160" y="4846320"/>
                </a:cubicBezTo>
                <a:cubicBezTo>
                  <a:pt x="2088547" y="3028950"/>
                  <a:pt x="1817370" y="2757773"/>
                  <a:pt x="0" y="2423160"/>
                </a:cubicBezTo>
                <a:cubicBezTo>
                  <a:pt x="1817370" y="2088547"/>
                  <a:pt x="2088547" y="1817370"/>
                  <a:pt x="2423160" y="0"/>
                </a:cubicBezTo>
                <a:cubicBezTo>
                  <a:pt x="2757773" y="1817370"/>
                  <a:pt x="3028950" y="2088547"/>
                  <a:pt x="4846320" y="2423160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endParaRPr lang="en-US" dirty="0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7"/>
            </p:custDataLst>
          </p:nvPr>
        </p:nvSpPr>
        <p:spPr>
          <a:xfrm>
            <a:off x="838156" y="1121410"/>
            <a:ext cx="6345225" cy="2763520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54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18"/>
            </p:custDataLst>
          </p:nvPr>
        </p:nvSpPr>
        <p:spPr>
          <a:xfrm>
            <a:off x="838155" y="4009006"/>
            <a:ext cx="5934790" cy="862543"/>
          </a:xfrm>
        </p:spPr>
        <p:txBody>
          <a:bodyPr wrap="square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000">
                <a:latin typeface="+mj-lt"/>
              </a:defRPr>
            </a:lvl2pPr>
            <a:lvl3pPr marL="914400" indent="0" algn="ctr">
              <a:buNone/>
              <a:defRPr sz="1800">
                <a:latin typeface="+mj-lt"/>
              </a:defRPr>
            </a:lvl3pPr>
            <a:lvl4pPr marL="1371600" indent="0" algn="ctr">
              <a:buNone/>
              <a:defRPr sz="1600">
                <a:latin typeface="+mj-lt"/>
              </a:defRPr>
            </a:lvl4pPr>
            <a:lvl5pPr marL="1828800" indent="0" algn="ctr">
              <a:buNone/>
              <a:defRPr sz="1600">
                <a:latin typeface="+mj-lt"/>
              </a:defRPr>
            </a:lvl5pPr>
            <a:lvl6pPr marL="2286000" indent="0" algn="ctr">
              <a:buNone/>
              <a:defRPr sz="1600">
                <a:latin typeface="+mj-lt"/>
              </a:defRPr>
            </a:lvl6pPr>
            <a:lvl7pPr marL="2743200" indent="0" algn="ctr">
              <a:buNone/>
              <a:defRPr sz="1600">
                <a:latin typeface="+mj-lt"/>
              </a:defRPr>
            </a:lvl7pPr>
            <a:lvl8pPr marL="3200400" indent="0" algn="ctr">
              <a:buNone/>
              <a:defRPr sz="1600">
                <a:latin typeface="+mj-lt"/>
              </a:defRPr>
            </a:lvl8pPr>
            <a:lvl9pPr marL="3657600" indent="0" algn="ctr">
              <a:buNone/>
              <a:defRPr sz="1600">
                <a:latin typeface="+mj-lt"/>
              </a:defRPr>
            </a:lvl9pPr>
          </a:lstStyle>
          <a:p>
            <a:r>
              <a:rPr lang="en-US" dirty="0">
                <a:latin typeface="+mj-lt"/>
              </a:rPr>
              <a:t>Click to add subtitle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9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20"/>
            </p:custDataLst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21"/>
            </p:custDataLst>
          </p:nvPr>
        </p:nvSpPr>
        <p:spPr>
          <a:xfrm>
            <a:off x="8610152" y="6356350"/>
            <a:ext cx="2743057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公司名占位符 6"/>
          <p:cNvSpPr>
            <a:spLocks noGrp="1"/>
          </p:cNvSpPr>
          <p:nvPr>
            <p:ph type="body" sz="quarter" idx="13" hasCustomPrompt="1"/>
            <p:custDataLst>
              <p:tags r:id="rId22"/>
            </p:custDataLst>
          </p:nvPr>
        </p:nvSpPr>
        <p:spPr>
          <a:xfrm>
            <a:off x="838154" y="504000"/>
            <a:ext cx="2879850" cy="504000"/>
          </a:xfrm>
        </p:spPr>
        <p:txBody>
          <a:bodyPr wrap="square" anchor="ctr"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23"/>
            </p:custDataLst>
          </p:nvPr>
        </p:nvSpPr>
        <p:spPr>
          <a:xfrm>
            <a:off x="839807" y="5116537"/>
            <a:ext cx="2879850" cy="5760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2"/>
              </a:gs>
              <a:gs pos="55000">
                <a:schemeClr val="accent1"/>
              </a:gs>
            </a:gsLst>
            <a:lin ang="2700000" scaled="1"/>
            <a:tileRect/>
          </a:gradFill>
          <a:effectLst>
            <a:outerShdw blurRad="101600" dist="101600" dir="2700000" algn="tl" rotWithShape="0">
              <a:schemeClr val="accent1">
                <a:alpha val="20000"/>
              </a:schemeClr>
            </a:outerShdw>
          </a:effectLst>
        </p:spPr>
        <p:txBody>
          <a:bodyPr wrap="square" lIns="0" tIns="0" rIns="0" bIns="0" anchor="ctr" anchorCtr="1">
            <a:normAutofit/>
          </a:bodyPr>
          <a:lstStyle>
            <a:lvl1pPr marL="0" indent="0" eaLnBrk="1" fontAlgn="auto" latinLnBrk="0" hangingPunct="1">
              <a:lnSpc>
                <a:spcPct val="90000"/>
              </a:lnSpc>
              <a:spcAft>
                <a:spcPts val="0"/>
              </a:spcAft>
              <a:buNone/>
              <a:defRPr lang="en-US" sz="1600" b="1" u="none" strike="noStrike" kern="1200" cap="none" spc="0" normalizeH="0" baseline="0" dirty="0">
                <a:solidFill>
                  <a:srgbClr val="FFFFFF"/>
                </a:solidFill>
                <a:uFillTx/>
                <a:latin typeface="+mn-lt"/>
              </a:defRPr>
            </a:lvl1pPr>
          </a:lstStyle>
          <a:p>
            <a:pPr marL="228600" lvl="0" indent="-228600" algn="ctr" fontAlgn="auto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j-lt"/>
                <a:cs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cs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atalo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>
            <p:custDataLst>
              <p:tags r:id="rId1"/>
            </p:custDataLst>
          </p:nvPr>
        </p:nvSpPr>
        <p:spPr>
          <a:xfrm>
            <a:off x="0" y="0"/>
            <a:ext cx="12191365" cy="6857988"/>
          </a:xfrm>
          <a:prstGeom prst="rect">
            <a:avLst/>
          </a:prstGeom>
          <a:gradFill flip="none" rotWithShape="1">
            <a:gsLst>
              <a:gs pos="6422">
                <a:schemeClr val="accent1">
                  <a:alpha val="25000"/>
                </a:schemeClr>
              </a:gs>
              <a:gs pos="53000">
                <a:schemeClr val="accent1">
                  <a:alpha val="0"/>
                </a:schemeClr>
              </a:gs>
              <a:gs pos="100000">
                <a:schemeClr val="bg1">
                  <a:alpha val="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/>
          </a:p>
        </p:txBody>
      </p:sp>
      <p:sp>
        <p:nvSpPr>
          <p:cNvPr id="22" name="矩形: 单圆角 21"/>
          <p:cNvSpPr/>
          <p:nvPr>
            <p:custDataLst>
              <p:tags r:id="rId2"/>
            </p:custDataLst>
          </p:nvPr>
        </p:nvSpPr>
        <p:spPr>
          <a:xfrm flipV="1">
            <a:off x="0" y="0"/>
            <a:ext cx="3327226" cy="6857993"/>
          </a:xfrm>
          <a:prstGeom prst="round1Rect">
            <a:avLst>
              <a:gd name="adj" fmla="val 50000"/>
            </a:avLst>
          </a:prstGeom>
          <a:solidFill>
            <a:schemeClr val="accent1"/>
          </a:solidFill>
          <a:ln w="158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>
                <a:solidFill>
                  <a:schemeClr val="tx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pic>
        <p:nvPicPr>
          <p:cNvPr id="23" name="图形 6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flipH="1" flipV="1">
            <a:off x="0" y="4038603"/>
            <a:ext cx="1180296" cy="2819401"/>
          </a:xfrm>
          <a:prstGeom prst="rect">
            <a:avLst/>
          </a:prstGeom>
        </p:spPr>
      </p:pic>
      <p:sp>
        <p:nvSpPr>
          <p:cNvPr id="25" name="矩形: 圆角 24"/>
          <p:cNvSpPr/>
          <p:nvPr>
            <p:custDataLst>
              <p:tags r:id="rId4"/>
            </p:custDataLst>
          </p:nvPr>
        </p:nvSpPr>
        <p:spPr>
          <a:xfrm>
            <a:off x="838157" y="1860552"/>
            <a:ext cx="10515052" cy="4356100"/>
          </a:xfrm>
          <a:prstGeom prst="roundRect">
            <a:avLst>
              <a:gd name="adj" fmla="val 3256"/>
            </a:avLst>
          </a:prstGeom>
          <a:solidFill>
            <a:schemeClr val="lt1"/>
          </a:solidFill>
          <a:ln w="12700">
            <a:solidFill>
              <a:schemeClr val="accent1">
                <a:lumMod val="40000"/>
                <a:lumOff val="60000"/>
              </a:schemeClr>
            </a:solidFill>
          </a:ln>
          <a:effectLst>
            <a:outerShdw blurRad="101600" dist="101600" dir="2700000" algn="tl" rotWithShape="0">
              <a:schemeClr val="accent1">
                <a:alpha val="1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>
                <a:solidFill>
                  <a:schemeClr val="tx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endParaRPr lang="en-US" dirty="0"/>
          </a:p>
        </p:txBody>
      </p:sp>
      <p:cxnSp>
        <p:nvCxnSpPr>
          <p:cNvPr id="37" name="直接连接符 36"/>
          <p:cNvCxnSpPr/>
          <p:nvPr>
            <p:custDataLst>
              <p:tags r:id="rId5"/>
            </p:custDataLst>
          </p:nvPr>
        </p:nvCxnSpPr>
        <p:spPr>
          <a:xfrm>
            <a:off x="11122282" y="681237"/>
            <a:ext cx="212714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>
            <p:custDataLst>
              <p:tags r:id="rId6"/>
            </p:custDataLst>
          </p:nvPr>
        </p:nvCxnSpPr>
        <p:spPr>
          <a:xfrm>
            <a:off x="11122282" y="756802"/>
            <a:ext cx="212714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/>
          <p:cNvCxnSpPr/>
          <p:nvPr>
            <p:custDataLst>
              <p:tags r:id="rId7"/>
            </p:custDataLst>
          </p:nvPr>
        </p:nvCxnSpPr>
        <p:spPr>
          <a:xfrm>
            <a:off x="11122282" y="833002"/>
            <a:ext cx="212714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8"/>
            </p:custDataLst>
          </p:nvPr>
        </p:nvSpPr>
        <p:spPr>
          <a:xfrm>
            <a:off x="129533" y="565150"/>
            <a:ext cx="3198328" cy="1081405"/>
          </a:xfrm>
        </p:spPr>
        <p:txBody>
          <a:bodyPr wrap="square" anchor="b">
            <a:normAutofit/>
          </a:bodyPr>
          <a:lstStyle>
            <a:lvl1pPr>
              <a:defRPr sz="4800">
                <a:solidFill>
                  <a:schemeClr val="lt1"/>
                </a:solidFill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/>
          <p:cNvSpPr/>
          <p:nvPr>
            <p:custDataLst>
              <p:tags r:id="rId1"/>
            </p:custDataLst>
          </p:nvPr>
        </p:nvSpPr>
        <p:spPr>
          <a:xfrm>
            <a:off x="0" y="0"/>
            <a:ext cx="12191365" cy="6858000"/>
          </a:xfrm>
          <a:prstGeom prst="rect">
            <a:avLst/>
          </a:prstGeom>
          <a:gradFill flip="none" rotWithShape="1">
            <a:gsLst>
              <a:gs pos="6422">
                <a:schemeClr val="accent1">
                  <a:lumMod val="20000"/>
                  <a:lumOff val="80000"/>
                </a:schemeClr>
              </a:gs>
              <a:gs pos="53000">
                <a:schemeClr val="bg2"/>
              </a:gs>
              <a:gs pos="100000">
                <a:schemeClr val="bg1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/>
          </a:p>
        </p:txBody>
      </p:sp>
      <p:sp>
        <p:nvSpPr>
          <p:cNvPr id="22" name="任意多边形: 形状 8"/>
          <p:cNvSpPr/>
          <p:nvPr>
            <p:custDataLst>
              <p:tags r:id="rId2"/>
            </p:custDataLst>
          </p:nvPr>
        </p:nvSpPr>
        <p:spPr>
          <a:xfrm flipH="1" flipV="1">
            <a:off x="9257822" y="3925701"/>
            <a:ext cx="2933543" cy="2932298"/>
          </a:xfrm>
          <a:custGeom>
            <a:avLst/>
            <a:gdLst>
              <a:gd name="connsiteX0" fmla="*/ 0 w 1556484"/>
              <a:gd name="connsiteY0" fmla="*/ 0 h 1555743"/>
              <a:gd name="connsiteX1" fmla="*/ 1556484 w 1556484"/>
              <a:gd name="connsiteY1" fmla="*/ 0 h 1555743"/>
              <a:gd name="connsiteX2" fmla="*/ 1548919 w 1556484"/>
              <a:gd name="connsiteY2" fmla="*/ 149820 h 1555743"/>
              <a:gd name="connsiteX3" fmla="*/ 150601 w 1556484"/>
              <a:gd name="connsiteY3" fmla="*/ 1548138 h 1555743"/>
              <a:gd name="connsiteX4" fmla="*/ 0 w 1556484"/>
              <a:gd name="connsiteY4" fmla="*/ 1555743 h 1555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6484" h="1555743">
                <a:moveTo>
                  <a:pt x="0" y="0"/>
                </a:moveTo>
                <a:lnTo>
                  <a:pt x="1556484" y="0"/>
                </a:lnTo>
                <a:lnTo>
                  <a:pt x="1548919" y="149820"/>
                </a:lnTo>
                <a:cubicBezTo>
                  <a:pt x="1474043" y="887113"/>
                  <a:pt x="887894" y="1473262"/>
                  <a:pt x="150601" y="1548138"/>
                </a:cubicBezTo>
                <a:lnTo>
                  <a:pt x="0" y="1555743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57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/>
          </a:p>
        </p:txBody>
      </p:sp>
      <p:sp>
        <p:nvSpPr>
          <p:cNvPr id="10" name="任意多边形: 形状 9"/>
          <p:cNvSpPr/>
          <p:nvPr>
            <p:custDataLst>
              <p:tags r:id="rId3"/>
            </p:custDataLst>
          </p:nvPr>
        </p:nvSpPr>
        <p:spPr>
          <a:xfrm>
            <a:off x="0" y="0"/>
            <a:ext cx="1848075" cy="1847290"/>
          </a:xfrm>
          <a:custGeom>
            <a:avLst/>
            <a:gdLst>
              <a:gd name="connsiteX0" fmla="*/ 0 w 1556484"/>
              <a:gd name="connsiteY0" fmla="*/ 0 h 1555743"/>
              <a:gd name="connsiteX1" fmla="*/ 1556484 w 1556484"/>
              <a:gd name="connsiteY1" fmla="*/ 0 h 1555743"/>
              <a:gd name="connsiteX2" fmla="*/ 1548919 w 1556484"/>
              <a:gd name="connsiteY2" fmla="*/ 149820 h 1555743"/>
              <a:gd name="connsiteX3" fmla="*/ 150601 w 1556484"/>
              <a:gd name="connsiteY3" fmla="*/ 1548138 h 1555743"/>
              <a:gd name="connsiteX4" fmla="*/ 0 w 1556484"/>
              <a:gd name="connsiteY4" fmla="*/ 1555743 h 1555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6484" h="1555743">
                <a:moveTo>
                  <a:pt x="0" y="0"/>
                </a:moveTo>
                <a:lnTo>
                  <a:pt x="1556484" y="0"/>
                </a:lnTo>
                <a:lnTo>
                  <a:pt x="1548919" y="149820"/>
                </a:lnTo>
                <a:cubicBezTo>
                  <a:pt x="1474043" y="887113"/>
                  <a:pt x="887894" y="1473262"/>
                  <a:pt x="150601" y="1548138"/>
                </a:cubicBezTo>
                <a:lnTo>
                  <a:pt x="0" y="1555743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57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1" name="椭圆 10"/>
          <p:cNvSpPr/>
          <p:nvPr>
            <p:custDataLst>
              <p:tags r:id="rId4"/>
            </p:custDataLst>
          </p:nvPr>
        </p:nvSpPr>
        <p:spPr>
          <a:xfrm>
            <a:off x="533249" y="3925701"/>
            <a:ext cx="1827904" cy="1827999"/>
          </a:xfrm>
          <a:prstGeom prst="ellipse">
            <a:avLst/>
          </a:prstGeom>
          <a:gradFill flip="none" rotWithShape="1">
            <a:gsLst>
              <a:gs pos="76000">
                <a:schemeClr val="accent2"/>
              </a:gs>
              <a:gs pos="0">
                <a:schemeClr val="accent2">
                  <a:alpha val="0"/>
                </a:schemeClr>
              </a:gs>
            </a:gsLst>
            <a:lin ang="13500000" scaled="1"/>
            <a:tileRect/>
          </a:gradFill>
          <a:ln>
            <a:noFill/>
          </a:ln>
          <a:effectLst>
            <a:softEdge rad="571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/>
          </a:p>
        </p:txBody>
      </p:sp>
      <p:sp>
        <p:nvSpPr>
          <p:cNvPr id="12" name="椭圆 11"/>
          <p:cNvSpPr/>
          <p:nvPr>
            <p:custDataLst>
              <p:tags r:id="rId5"/>
            </p:custDataLst>
          </p:nvPr>
        </p:nvSpPr>
        <p:spPr>
          <a:xfrm>
            <a:off x="3271889" y="1267996"/>
            <a:ext cx="2494176" cy="2494306"/>
          </a:xfrm>
          <a:prstGeom prst="ellipse">
            <a:avLst/>
          </a:prstGeom>
          <a:gradFill flip="none" rotWithShape="1">
            <a:gsLst>
              <a:gs pos="75000">
                <a:schemeClr val="accent2"/>
              </a:gs>
              <a:gs pos="0">
                <a:schemeClr val="accent2">
                  <a:alpha val="0"/>
                </a:schemeClr>
              </a:gs>
            </a:gsLst>
            <a:lin ang="13500000" scaled="1"/>
            <a:tileRect/>
          </a:gradFill>
          <a:ln>
            <a:noFill/>
          </a:ln>
          <a:effectLst>
            <a:softEdge rad="571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/>
          </a:p>
        </p:txBody>
      </p:sp>
      <p:sp>
        <p:nvSpPr>
          <p:cNvPr id="13" name="矩形: 圆顶角 12"/>
          <p:cNvSpPr/>
          <p:nvPr>
            <p:custDataLst>
              <p:tags r:id="rId6"/>
            </p:custDataLst>
          </p:nvPr>
        </p:nvSpPr>
        <p:spPr>
          <a:xfrm>
            <a:off x="1297839" y="941537"/>
            <a:ext cx="3289040" cy="479613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14" name="矩形: 圆顶角 13"/>
          <p:cNvSpPr/>
          <p:nvPr>
            <p:custDataLst>
              <p:tags r:id="rId7"/>
            </p:custDataLst>
          </p:nvPr>
        </p:nvSpPr>
        <p:spPr>
          <a:xfrm>
            <a:off x="1549776" y="941537"/>
            <a:ext cx="3289040" cy="479613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/>
          </a:solidFill>
          <a:ln w="158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>
                <a:solidFill>
                  <a:schemeClr val="tx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5" name="图形 9"/>
          <p:cNvSpPr/>
          <p:nvPr>
            <p:custDataLst>
              <p:tags r:id="rId8"/>
            </p:custDataLst>
          </p:nvPr>
        </p:nvSpPr>
        <p:spPr>
          <a:xfrm>
            <a:off x="3096614" y="1724416"/>
            <a:ext cx="261752" cy="261766"/>
          </a:xfrm>
          <a:custGeom>
            <a:avLst/>
            <a:gdLst>
              <a:gd name="connsiteX0" fmla="*/ 4846320 w 4846319"/>
              <a:gd name="connsiteY0" fmla="*/ 2423160 h 4846319"/>
              <a:gd name="connsiteX1" fmla="*/ 2423160 w 4846319"/>
              <a:gd name="connsiteY1" fmla="*/ 4846320 h 4846319"/>
              <a:gd name="connsiteX2" fmla="*/ 0 w 4846319"/>
              <a:gd name="connsiteY2" fmla="*/ 2423160 h 4846319"/>
              <a:gd name="connsiteX3" fmla="*/ 2423160 w 4846319"/>
              <a:gd name="connsiteY3" fmla="*/ 0 h 4846319"/>
              <a:gd name="connsiteX4" fmla="*/ 4846320 w 4846319"/>
              <a:gd name="connsiteY4" fmla="*/ 2423160 h 4846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6319" h="4846319">
                <a:moveTo>
                  <a:pt x="4846320" y="2423160"/>
                </a:moveTo>
                <a:cubicBezTo>
                  <a:pt x="3028950" y="2757773"/>
                  <a:pt x="2757773" y="3028950"/>
                  <a:pt x="2423160" y="4846320"/>
                </a:cubicBezTo>
                <a:cubicBezTo>
                  <a:pt x="2088547" y="3028950"/>
                  <a:pt x="1817370" y="2757773"/>
                  <a:pt x="0" y="2423160"/>
                </a:cubicBezTo>
                <a:cubicBezTo>
                  <a:pt x="1817370" y="2088547"/>
                  <a:pt x="2088547" y="1817370"/>
                  <a:pt x="2423160" y="0"/>
                </a:cubicBezTo>
                <a:cubicBezTo>
                  <a:pt x="2757773" y="1817370"/>
                  <a:pt x="3028950" y="2088547"/>
                  <a:pt x="4846320" y="2423160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endParaRPr lang="en-US"/>
          </a:p>
        </p:txBody>
      </p:sp>
      <p:sp>
        <p:nvSpPr>
          <p:cNvPr id="16" name="图形 9"/>
          <p:cNvSpPr/>
          <p:nvPr>
            <p:custDataLst>
              <p:tags r:id="rId9"/>
            </p:custDataLst>
          </p:nvPr>
        </p:nvSpPr>
        <p:spPr>
          <a:xfrm>
            <a:off x="3383978" y="1866175"/>
            <a:ext cx="643552" cy="643586"/>
          </a:xfrm>
          <a:custGeom>
            <a:avLst/>
            <a:gdLst>
              <a:gd name="connsiteX0" fmla="*/ 4846320 w 4846319"/>
              <a:gd name="connsiteY0" fmla="*/ 2423160 h 4846319"/>
              <a:gd name="connsiteX1" fmla="*/ 2423160 w 4846319"/>
              <a:gd name="connsiteY1" fmla="*/ 4846320 h 4846319"/>
              <a:gd name="connsiteX2" fmla="*/ 0 w 4846319"/>
              <a:gd name="connsiteY2" fmla="*/ 2423160 h 4846319"/>
              <a:gd name="connsiteX3" fmla="*/ 2423160 w 4846319"/>
              <a:gd name="connsiteY3" fmla="*/ 0 h 4846319"/>
              <a:gd name="connsiteX4" fmla="*/ 4846320 w 4846319"/>
              <a:gd name="connsiteY4" fmla="*/ 2423160 h 4846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6319" h="4846319">
                <a:moveTo>
                  <a:pt x="4846320" y="2423160"/>
                </a:moveTo>
                <a:cubicBezTo>
                  <a:pt x="3028950" y="2757773"/>
                  <a:pt x="2757773" y="3028950"/>
                  <a:pt x="2423160" y="4846320"/>
                </a:cubicBezTo>
                <a:cubicBezTo>
                  <a:pt x="2088547" y="3028950"/>
                  <a:pt x="1817370" y="2757773"/>
                  <a:pt x="0" y="2423160"/>
                </a:cubicBezTo>
                <a:cubicBezTo>
                  <a:pt x="1817370" y="2088547"/>
                  <a:pt x="2088547" y="1817370"/>
                  <a:pt x="2423160" y="0"/>
                </a:cubicBezTo>
                <a:cubicBezTo>
                  <a:pt x="2757773" y="1817370"/>
                  <a:pt x="3028950" y="2088547"/>
                  <a:pt x="4846320" y="2423160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endParaRPr lang="en-US"/>
          </a:p>
        </p:txBody>
      </p:sp>
      <p:pic>
        <p:nvPicPr>
          <p:cNvPr id="17" name="图形 63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rcRect b="46847"/>
          <a:stretch>
            <a:fillRect/>
          </a:stretch>
        </p:blipFill>
        <p:spPr>
          <a:xfrm flipH="1">
            <a:off x="1499711" y="2619139"/>
            <a:ext cx="3737016" cy="3105193"/>
          </a:xfrm>
          <a:custGeom>
            <a:avLst/>
            <a:gdLst>
              <a:gd name="connsiteX0" fmla="*/ 0 w 4623746"/>
              <a:gd name="connsiteY0" fmla="*/ 0 h 3841801"/>
              <a:gd name="connsiteX1" fmla="*/ 4568731 w 4623746"/>
              <a:gd name="connsiteY1" fmla="*/ 0 h 3841801"/>
              <a:gd name="connsiteX2" fmla="*/ 4574584 w 4623746"/>
              <a:gd name="connsiteY2" fmla="*/ 22764 h 3841801"/>
              <a:gd name="connsiteX3" fmla="*/ 4623746 w 4623746"/>
              <a:gd name="connsiteY3" fmla="*/ 510447 h 3841801"/>
              <a:gd name="connsiteX4" fmla="*/ 4623746 w 4623746"/>
              <a:gd name="connsiteY4" fmla="*/ 3841801 h 3841801"/>
              <a:gd name="connsiteX5" fmla="*/ 0 w 4623746"/>
              <a:gd name="connsiteY5" fmla="*/ 3841801 h 3841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23746" h="3841801">
                <a:moveTo>
                  <a:pt x="0" y="0"/>
                </a:moveTo>
                <a:lnTo>
                  <a:pt x="4568731" y="0"/>
                </a:lnTo>
                <a:lnTo>
                  <a:pt x="4574584" y="22764"/>
                </a:lnTo>
                <a:cubicBezTo>
                  <a:pt x="4606819" y="180290"/>
                  <a:pt x="4623746" y="343391"/>
                  <a:pt x="4623746" y="510447"/>
                </a:cubicBezTo>
                <a:lnTo>
                  <a:pt x="4623746" y="3841801"/>
                </a:lnTo>
                <a:lnTo>
                  <a:pt x="0" y="3841801"/>
                </a:lnTo>
                <a:close/>
              </a:path>
            </a:pathLst>
          </a:custGeom>
        </p:spPr>
      </p:pic>
      <p:sp>
        <p:nvSpPr>
          <p:cNvPr id="18" name="任意多边形: 形状 17"/>
          <p:cNvSpPr/>
          <p:nvPr>
            <p:custDataLst>
              <p:tags r:id="rId11"/>
            </p:custDataLst>
          </p:nvPr>
        </p:nvSpPr>
        <p:spPr>
          <a:xfrm rot="16200000">
            <a:off x="10797636" y="5708698"/>
            <a:ext cx="107994" cy="495204"/>
          </a:xfrm>
          <a:custGeom>
            <a:avLst/>
            <a:gdLst>
              <a:gd name="connsiteX0" fmla="*/ 54000 w 108000"/>
              <a:gd name="connsiteY0" fmla="*/ 387204 h 495204"/>
              <a:gd name="connsiteX1" fmla="*/ 108000 w 108000"/>
              <a:gd name="connsiteY1" fmla="*/ 441204 h 495204"/>
              <a:gd name="connsiteX2" fmla="*/ 54000 w 108000"/>
              <a:gd name="connsiteY2" fmla="*/ 495204 h 495204"/>
              <a:gd name="connsiteX3" fmla="*/ 0 w 108000"/>
              <a:gd name="connsiteY3" fmla="*/ 441204 h 495204"/>
              <a:gd name="connsiteX4" fmla="*/ 54000 w 108000"/>
              <a:gd name="connsiteY4" fmla="*/ 387204 h 495204"/>
              <a:gd name="connsiteX5" fmla="*/ 54000 w 108000"/>
              <a:gd name="connsiteY5" fmla="*/ 193602 h 495204"/>
              <a:gd name="connsiteX6" fmla="*/ 108000 w 108000"/>
              <a:gd name="connsiteY6" fmla="*/ 247602 h 495204"/>
              <a:gd name="connsiteX7" fmla="*/ 54000 w 108000"/>
              <a:gd name="connsiteY7" fmla="*/ 301602 h 495204"/>
              <a:gd name="connsiteX8" fmla="*/ 0 w 108000"/>
              <a:gd name="connsiteY8" fmla="*/ 247602 h 495204"/>
              <a:gd name="connsiteX9" fmla="*/ 54000 w 108000"/>
              <a:gd name="connsiteY9" fmla="*/ 193602 h 495204"/>
              <a:gd name="connsiteX10" fmla="*/ 54000 w 108000"/>
              <a:gd name="connsiteY10" fmla="*/ 0 h 495204"/>
              <a:gd name="connsiteX11" fmla="*/ 108000 w 108000"/>
              <a:gd name="connsiteY11" fmla="*/ 54000 h 495204"/>
              <a:gd name="connsiteX12" fmla="*/ 54000 w 108000"/>
              <a:gd name="connsiteY12" fmla="*/ 108000 h 495204"/>
              <a:gd name="connsiteX13" fmla="*/ 0 w 108000"/>
              <a:gd name="connsiteY13" fmla="*/ 54000 h 495204"/>
              <a:gd name="connsiteX14" fmla="*/ 54000 w 108000"/>
              <a:gd name="connsiteY14" fmla="*/ 0 h 495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08000" h="495204">
                <a:moveTo>
                  <a:pt x="54000" y="387204"/>
                </a:moveTo>
                <a:cubicBezTo>
                  <a:pt x="83823" y="387204"/>
                  <a:pt x="108000" y="411381"/>
                  <a:pt x="108000" y="441204"/>
                </a:cubicBezTo>
                <a:cubicBezTo>
                  <a:pt x="108000" y="471027"/>
                  <a:pt x="83823" y="495204"/>
                  <a:pt x="54000" y="495204"/>
                </a:cubicBezTo>
                <a:cubicBezTo>
                  <a:pt x="24177" y="495204"/>
                  <a:pt x="0" y="471027"/>
                  <a:pt x="0" y="441204"/>
                </a:cubicBezTo>
                <a:cubicBezTo>
                  <a:pt x="0" y="411381"/>
                  <a:pt x="24177" y="387204"/>
                  <a:pt x="54000" y="387204"/>
                </a:cubicBezTo>
                <a:close/>
                <a:moveTo>
                  <a:pt x="54000" y="193602"/>
                </a:moveTo>
                <a:cubicBezTo>
                  <a:pt x="83823" y="193602"/>
                  <a:pt x="108000" y="217779"/>
                  <a:pt x="108000" y="247602"/>
                </a:cubicBezTo>
                <a:cubicBezTo>
                  <a:pt x="108000" y="277425"/>
                  <a:pt x="83823" y="301602"/>
                  <a:pt x="54000" y="301602"/>
                </a:cubicBezTo>
                <a:cubicBezTo>
                  <a:pt x="24177" y="301602"/>
                  <a:pt x="0" y="277425"/>
                  <a:pt x="0" y="247602"/>
                </a:cubicBezTo>
                <a:cubicBezTo>
                  <a:pt x="0" y="217779"/>
                  <a:pt x="24177" y="193602"/>
                  <a:pt x="54000" y="193602"/>
                </a:cubicBezTo>
                <a:close/>
                <a:moveTo>
                  <a:pt x="54000" y="0"/>
                </a:moveTo>
                <a:cubicBezTo>
                  <a:pt x="83823" y="0"/>
                  <a:pt x="108000" y="24177"/>
                  <a:pt x="108000" y="54000"/>
                </a:cubicBezTo>
                <a:cubicBezTo>
                  <a:pt x="108000" y="83823"/>
                  <a:pt x="83823" y="108000"/>
                  <a:pt x="54000" y="108000"/>
                </a:cubicBezTo>
                <a:cubicBezTo>
                  <a:pt x="24177" y="108000"/>
                  <a:pt x="0" y="83823"/>
                  <a:pt x="0" y="54000"/>
                </a:cubicBezTo>
                <a:cubicBezTo>
                  <a:pt x="0" y="24177"/>
                  <a:pt x="24177" y="0"/>
                  <a:pt x="5400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20" name="弧形 19"/>
          <p:cNvSpPr/>
          <p:nvPr>
            <p:custDataLst>
              <p:tags r:id="rId12"/>
            </p:custDataLst>
          </p:nvPr>
        </p:nvSpPr>
        <p:spPr>
          <a:xfrm rot="3870695">
            <a:off x="2441217" y="1174224"/>
            <a:ext cx="1676786" cy="5677950"/>
          </a:xfrm>
          <a:prstGeom prst="arc">
            <a:avLst>
              <a:gd name="adj1" fmla="val 3567365"/>
              <a:gd name="adj2" fmla="val 6578231"/>
            </a:avLst>
          </a:prstGeom>
          <a:ln w="25400" cap="rnd">
            <a:solidFill>
              <a:schemeClr val="accent3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>
                <a:solidFill>
                  <a:schemeClr val="tx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endParaRPr lang="en-US" dirty="0"/>
          </a:p>
        </p:txBody>
      </p:sp>
      <p:sp>
        <p:nvSpPr>
          <p:cNvPr id="21" name="弧形 20"/>
          <p:cNvSpPr/>
          <p:nvPr>
            <p:custDataLst>
              <p:tags r:id="rId13"/>
            </p:custDataLst>
          </p:nvPr>
        </p:nvSpPr>
        <p:spPr>
          <a:xfrm rot="3870695">
            <a:off x="2236391" y="1174225"/>
            <a:ext cx="1676786" cy="5677950"/>
          </a:xfrm>
          <a:prstGeom prst="arc">
            <a:avLst>
              <a:gd name="adj1" fmla="val 15455795"/>
              <a:gd name="adj2" fmla="val 16780178"/>
            </a:avLst>
          </a:prstGeom>
          <a:ln w="25400" cap="rnd">
            <a:solidFill>
              <a:schemeClr val="accent3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>
                <a:solidFill>
                  <a:schemeClr val="tx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4"/>
            </p:custDataLst>
          </p:nvPr>
        </p:nvSpPr>
        <p:spPr>
          <a:xfrm>
            <a:off x="5236572" y="2974340"/>
            <a:ext cx="5852490" cy="2527935"/>
          </a:xfrm>
        </p:spPr>
        <p:txBody>
          <a:bodyPr wrap="square" anchor="t" anchorCtr="0">
            <a:normAutofit/>
          </a:bodyPr>
          <a:lstStyle>
            <a:lvl1pPr algn="r">
              <a:defRPr sz="5200"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</a:p>
        </p:txBody>
      </p:sp>
      <p:sp>
        <p:nvSpPr>
          <p:cNvPr id="8" name="节编号 3"/>
          <p:cNvSpPr>
            <a:spLocks noGrp="1"/>
          </p:cNvSpPr>
          <p:nvPr>
            <p:ph type="body" sz="quarter" idx="13" hasCustomPrompt="1"/>
            <p:custDataLst>
              <p:tags r:id="rId15"/>
            </p:custDataLst>
          </p:nvPr>
        </p:nvSpPr>
        <p:spPr>
          <a:xfrm>
            <a:off x="6110188" y="1631269"/>
            <a:ext cx="4978735" cy="1224000"/>
          </a:xfrm>
        </p:spPr>
        <p:txBody>
          <a:bodyPr wrap="none" anchor="ctr">
            <a:normAutofit/>
          </a:bodyPr>
          <a:lstStyle>
            <a:lvl1pPr marL="0" indent="0" algn="r">
              <a:buNone/>
              <a:defRPr sz="6000" b="1">
                <a:gradFill flip="none" rotWithShape="1">
                  <a:gsLst>
                    <a:gs pos="0">
                      <a:schemeClr val="accent2"/>
                    </a:gs>
                    <a:gs pos="43000">
                      <a:schemeClr val="accent1"/>
                    </a:gs>
                  </a:gsLst>
                  <a:lin ang="2700000" scaled="1"/>
                  <a:tileRect/>
                </a:gradFill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4"/>
          <p:cNvSpPr>
            <a:spLocks noGrp="1"/>
          </p:cNvSpPr>
          <p:nvPr>
            <p:ph type="dt" sz="half" idx="10"/>
            <p:custDataLst>
              <p:tags r:id="rId16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  <p:custDataLst>
              <p:tags r:id="rId17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6"/>
          <p:cNvSpPr>
            <a:spLocks noGrp="1"/>
          </p:cNvSpPr>
          <p:nvPr>
            <p:ph type="sldNum" sz="quarter" idx="12"/>
            <p:custDataLst>
              <p:tags r:id="rId18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直接连接符 2"/>
          <p:cNvCxnSpPr/>
          <p:nvPr>
            <p:custDataLst>
              <p:tags r:id="rId19"/>
            </p:custDataLst>
          </p:nvPr>
        </p:nvCxnSpPr>
        <p:spPr>
          <a:xfrm>
            <a:off x="1192229" y="5956300"/>
            <a:ext cx="9270995" cy="0"/>
          </a:xfrm>
          <a:prstGeom prst="line">
            <a:avLst/>
          </a:prstGeom>
          <a:solidFill>
            <a:srgbClr val="98E3BC"/>
          </a:solidFill>
          <a:ln w="12700">
            <a:solidFill>
              <a:schemeClr val="tx2">
                <a:lumMod val="25000"/>
                <a:lumOff val="7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/>
        <p:txBody>
          <a:bodyPr vert="horz" wrap="square" lIns="0" tIns="0" rIns="0" bIns="0" rtlCol="0" anchor="ctr">
            <a:normAutofit/>
          </a:bodyPr>
          <a:lstStyle>
            <a:lvl1pPr>
              <a:defRPr lang="en-US" dirty="0">
                <a:latin typeface="+mj-lt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  <p:custDataLst>
              <p:tags r:id="rId2"/>
            </p:custDataLst>
          </p:nvPr>
        </p:nvSpPr>
        <p:spPr>
          <a:xfrm>
            <a:off x="695924" y="1301750"/>
            <a:ext cx="5323563" cy="4875850"/>
          </a:xfrm>
        </p:spPr>
        <p:txBody>
          <a:bodyPr wrap="square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3"/>
            </p:custDataLst>
          </p:nvPr>
        </p:nvSpPr>
        <p:spPr>
          <a:xfrm>
            <a:off x="6171879" y="1301750"/>
            <a:ext cx="5323563" cy="4875850"/>
          </a:xfrm>
        </p:spPr>
        <p:txBody>
          <a:bodyPr wrap="square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695289" y="360045"/>
            <a:ext cx="10800152" cy="864235"/>
          </a:xfrm>
        </p:spPr>
        <p:txBody>
          <a:bodyPr vert="horz" wrap="square" lIns="0" tIns="0" rIns="0" bIns="0" rtlCol="0" anchor="ctr">
            <a:normAutofit/>
          </a:bodyPr>
          <a:lstStyle>
            <a:lvl1pPr>
              <a:defRPr lang="en-US" dirty="0">
                <a:latin typeface="+mj-lt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95924" y="1301750"/>
            <a:ext cx="5323563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3"/>
            </p:custDataLst>
          </p:nvPr>
        </p:nvSpPr>
        <p:spPr>
          <a:xfrm>
            <a:off x="695924" y="1875099"/>
            <a:ext cx="5323563" cy="4300276"/>
          </a:xfrm>
        </p:spPr>
        <p:txBody>
          <a:bodyPr wrap="square">
            <a:normAutofit/>
          </a:bodyPr>
          <a:lstStyle>
            <a:lvl1pPr>
              <a:defRPr sz="2200"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171879" y="1301750"/>
            <a:ext cx="5323563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  <p:custDataLst>
              <p:tags r:id="rId5"/>
            </p:custDataLst>
          </p:nvPr>
        </p:nvSpPr>
        <p:spPr>
          <a:xfrm>
            <a:off x="6171879" y="1875099"/>
            <a:ext cx="5323563" cy="4300276"/>
          </a:xfrm>
        </p:spPr>
        <p:txBody>
          <a:bodyPr wrap="square">
            <a:normAutofit/>
          </a:bodyPr>
          <a:lstStyle>
            <a:lvl1pPr>
              <a:defRPr sz="2200"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 hasCustomPrompt="1"/>
            <p:custDataLst>
              <p:tags r:id="rId1"/>
            </p:custDataLst>
          </p:nvPr>
        </p:nvSpPr>
        <p:spPr>
          <a:xfrm>
            <a:off x="695924" y="360045"/>
            <a:ext cx="10801422" cy="5817870"/>
          </a:xfrm>
        </p:spPr>
        <p:txBody>
          <a:bodyPr wrap="square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695289" y="360045"/>
            <a:ext cx="10798883" cy="864235"/>
          </a:xfrm>
        </p:spPr>
        <p:txBody>
          <a:bodyPr wrap="square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95924" y="1301750"/>
            <a:ext cx="10798526" cy="405553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>
            <p:custDataLst>
              <p:tags r:id="rId1"/>
            </p:custDataLst>
          </p:nvPr>
        </p:nvSpPr>
        <p:spPr>
          <a:xfrm>
            <a:off x="0" y="0"/>
            <a:ext cx="12191365" cy="6858000"/>
          </a:xfrm>
          <a:prstGeom prst="rect">
            <a:avLst/>
          </a:prstGeom>
          <a:gradFill flip="none" rotWithShape="1">
            <a:gsLst>
              <a:gs pos="6422">
                <a:schemeClr val="accent1">
                  <a:lumMod val="20000"/>
                  <a:lumOff val="80000"/>
                </a:schemeClr>
              </a:gs>
              <a:gs pos="53000">
                <a:schemeClr val="bg2"/>
              </a:gs>
              <a:gs pos="100000">
                <a:schemeClr val="bg1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/>
          </a:p>
        </p:txBody>
      </p:sp>
      <p:sp>
        <p:nvSpPr>
          <p:cNvPr id="19" name="任意多边形: 形状 8"/>
          <p:cNvSpPr/>
          <p:nvPr>
            <p:custDataLst>
              <p:tags r:id="rId2"/>
            </p:custDataLst>
          </p:nvPr>
        </p:nvSpPr>
        <p:spPr>
          <a:xfrm flipH="1" flipV="1">
            <a:off x="9257822" y="3925701"/>
            <a:ext cx="2933543" cy="2932298"/>
          </a:xfrm>
          <a:custGeom>
            <a:avLst/>
            <a:gdLst>
              <a:gd name="connsiteX0" fmla="*/ 0 w 1556484"/>
              <a:gd name="connsiteY0" fmla="*/ 0 h 1555743"/>
              <a:gd name="connsiteX1" fmla="*/ 1556484 w 1556484"/>
              <a:gd name="connsiteY1" fmla="*/ 0 h 1555743"/>
              <a:gd name="connsiteX2" fmla="*/ 1548919 w 1556484"/>
              <a:gd name="connsiteY2" fmla="*/ 149820 h 1555743"/>
              <a:gd name="connsiteX3" fmla="*/ 150601 w 1556484"/>
              <a:gd name="connsiteY3" fmla="*/ 1548138 h 1555743"/>
              <a:gd name="connsiteX4" fmla="*/ 0 w 1556484"/>
              <a:gd name="connsiteY4" fmla="*/ 1555743 h 1555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6484" h="1555743">
                <a:moveTo>
                  <a:pt x="0" y="0"/>
                </a:moveTo>
                <a:lnTo>
                  <a:pt x="1556484" y="0"/>
                </a:lnTo>
                <a:lnTo>
                  <a:pt x="1548919" y="149820"/>
                </a:lnTo>
                <a:cubicBezTo>
                  <a:pt x="1474043" y="887113"/>
                  <a:pt x="887894" y="1473262"/>
                  <a:pt x="150601" y="1548138"/>
                </a:cubicBezTo>
                <a:lnTo>
                  <a:pt x="0" y="1555743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57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/>
          </a:p>
        </p:txBody>
      </p:sp>
      <p:sp>
        <p:nvSpPr>
          <p:cNvPr id="8" name="任意多边形: 形状 7"/>
          <p:cNvSpPr/>
          <p:nvPr>
            <p:custDataLst>
              <p:tags r:id="rId3"/>
            </p:custDataLst>
          </p:nvPr>
        </p:nvSpPr>
        <p:spPr>
          <a:xfrm>
            <a:off x="0" y="0"/>
            <a:ext cx="1848075" cy="1847290"/>
          </a:xfrm>
          <a:custGeom>
            <a:avLst/>
            <a:gdLst>
              <a:gd name="connsiteX0" fmla="*/ 0 w 1556484"/>
              <a:gd name="connsiteY0" fmla="*/ 0 h 1555743"/>
              <a:gd name="connsiteX1" fmla="*/ 1556484 w 1556484"/>
              <a:gd name="connsiteY1" fmla="*/ 0 h 1555743"/>
              <a:gd name="connsiteX2" fmla="*/ 1548919 w 1556484"/>
              <a:gd name="connsiteY2" fmla="*/ 149820 h 1555743"/>
              <a:gd name="connsiteX3" fmla="*/ 150601 w 1556484"/>
              <a:gd name="connsiteY3" fmla="*/ 1548138 h 1555743"/>
              <a:gd name="connsiteX4" fmla="*/ 0 w 1556484"/>
              <a:gd name="connsiteY4" fmla="*/ 1555743 h 1555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6484" h="1555743">
                <a:moveTo>
                  <a:pt x="0" y="0"/>
                </a:moveTo>
                <a:lnTo>
                  <a:pt x="1556484" y="0"/>
                </a:lnTo>
                <a:lnTo>
                  <a:pt x="1548919" y="149820"/>
                </a:lnTo>
                <a:cubicBezTo>
                  <a:pt x="1474043" y="887113"/>
                  <a:pt x="887894" y="1473262"/>
                  <a:pt x="150601" y="1548138"/>
                </a:cubicBezTo>
                <a:lnTo>
                  <a:pt x="0" y="1555743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57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9" name="任意多边形: 形状 8"/>
          <p:cNvSpPr/>
          <p:nvPr>
            <p:custDataLst>
              <p:tags r:id="rId4"/>
            </p:custDataLst>
          </p:nvPr>
        </p:nvSpPr>
        <p:spPr>
          <a:xfrm flipH="1" flipV="1">
            <a:off x="9257818" y="3925570"/>
            <a:ext cx="2934182" cy="2932430"/>
          </a:xfrm>
          <a:custGeom>
            <a:avLst/>
            <a:gdLst>
              <a:gd name="connsiteX0" fmla="*/ 0 w 1556484"/>
              <a:gd name="connsiteY0" fmla="*/ 0 h 1555743"/>
              <a:gd name="connsiteX1" fmla="*/ 1556484 w 1556484"/>
              <a:gd name="connsiteY1" fmla="*/ 0 h 1555743"/>
              <a:gd name="connsiteX2" fmla="*/ 1548919 w 1556484"/>
              <a:gd name="connsiteY2" fmla="*/ 149820 h 1555743"/>
              <a:gd name="connsiteX3" fmla="*/ 150601 w 1556484"/>
              <a:gd name="connsiteY3" fmla="*/ 1548138 h 1555743"/>
              <a:gd name="connsiteX4" fmla="*/ 0 w 1556484"/>
              <a:gd name="connsiteY4" fmla="*/ 1555743 h 1555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6484" h="1555743">
                <a:moveTo>
                  <a:pt x="0" y="0"/>
                </a:moveTo>
                <a:lnTo>
                  <a:pt x="1556484" y="0"/>
                </a:lnTo>
                <a:lnTo>
                  <a:pt x="1548919" y="149820"/>
                </a:lnTo>
                <a:cubicBezTo>
                  <a:pt x="1474043" y="887113"/>
                  <a:pt x="887894" y="1473262"/>
                  <a:pt x="150601" y="1548138"/>
                </a:cubicBezTo>
                <a:lnTo>
                  <a:pt x="0" y="1555743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57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/>
          </a:p>
        </p:txBody>
      </p:sp>
      <p:sp>
        <p:nvSpPr>
          <p:cNvPr id="12" name="矩形: 单圆角 11"/>
          <p:cNvSpPr/>
          <p:nvPr>
            <p:custDataLst>
              <p:tags r:id="rId5"/>
            </p:custDataLst>
          </p:nvPr>
        </p:nvSpPr>
        <p:spPr>
          <a:xfrm>
            <a:off x="732451" y="970310"/>
            <a:ext cx="10620161" cy="5001610"/>
          </a:xfrm>
          <a:prstGeom prst="round1Rect">
            <a:avLst>
              <a:gd name="adj" fmla="val 37950"/>
            </a:avLst>
          </a:prstGeom>
          <a:gradFill flip="none" rotWithShape="1">
            <a:gsLst>
              <a:gs pos="16000">
                <a:schemeClr val="accent1">
                  <a:lumMod val="20000"/>
                  <a:lumOff val="80000"/>
                </a:schemeClr>
              </a:gs>
              <a:gs pos="81000">
                <a:schemeClr val="accent1">
                  <a:lumMod val="20000"/>
                  <a:lumOff val="80000"/>
                  <a:alpha val="0"/>
                </a:schemeClr>
              </a:gs>
            </a:gsLst>
            <a:lin ang="10800000" scaled="1"/>
            <a:tileRect/>
          </a:gradFill>
          <a:ln w="158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>
                <a:solidFill>
                  <a:schemeClr val="tx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3" name="椭圆 12"/>
          <p:cNvSpPr/>
          <p:nvPr>
            <p:custDataLst>
              <p:tags r:id="rId6"/>
            </p:custDataLst>
          </p:nvPr>
        </p:nvSpPr>
        <p:spPr>
          <a:xfrm>
            <a:off x="6678622" y="966964"/>
            <a:ext cx="4484758" cy="4328652"/>
          </a:xfrm>
          <a:prstGeom prst="ellipse">
            <a:avLst/>
          </a:prstGeom>
          <a:gradFill flip="none" rotWithShape="1">
            <a:gsLst>
              <a:gs pos="0">
                <a:schemeClr val="accent2"/>
              </a:gs>
              <a:gs pos="75000">
                <a:schemeClr val="accent2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571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/>
          </a:p>
        </p:txBody>
      </p:sp>
      <p:sp>
        <p:nvSpPr>
          <p:cNvPr id="15" name="矩形: 单圆角 14"/>
          <p:cNvSpPr/>
          <p:nvPr>
            <p:custDataLst>
              <p:tags r:id="rId7"/>
            </p:custDataLst>
          </p:nvPr>
        </p:nvSpPr>
        <p:spPr>
          <a:xfrm flipH="1">
            <a:off x="835866" y="5231764"/>
            <a:ext cx="10517342" cy="869353"/>
          </a:xfrm>
          <a:prstGeom prst="round1Rect">
            <a:avLst>
              <a:gd name="adj" fmla="val 29548"/>
            </a:avLst>
          </a:prstGeom>
          <a:solidFill>
            <a:schemeClr val="accent1"/>
          </a:solidFill>
          <a:ln w="158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>
                <a:solidFill>
                  <a:schemeClr val="tx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endParaRPr lang="en-US" sz="1600" b="1"/>
          </a:p>
        </p:txBody>
      </p:sp>
      <p:pic>
        <p:nvPicPr>
          <p:cNvPr id="16" name="图形 12"/>
          <p:cNvPicPr>
            <a:picLocks noChangeAspect="1"/>
          </p:cNvPicPr>
          <p:nvPr>
            <p:custDataLst>
              <p:tags r:id="rId8"/>
            </p:custDataLst>
          </p:nvPr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rcRect b="26654"/>
          <a:stretch>
            <a:fillRect/>
          </a:stretch>
        </p:blipFill>
        <p:spPr>
          <a:xfrm>
            <a:off x="7176667" y="1773850"/>
            <a:ext cx="3773999" cy="4327268"/>
          </a:xfrm>
          <a:prstGeom prst="rect">
            <a:avLst/>
          </a:prstGeom>
        </p:spPr>
      </p:pic>
      <p:cxnSp>
        <p:nvCxnSpPr>
          <p:cNvPr id="17" name="直接连接符 16"/>
          <p:cNvCxnSpPr/>
          <p:nvPr>
            <p:custDataLst>
              <p:tags r:id="rId9"/>
            </p:custDataLst>
          </p:nvPr>
        </p:nvCxnSpPr>
        <p:spPr>
          <a:xfrm>
            <a:off x="3479357" y="5666440"/>
            <a:ext cx="5233941" cy="0"/>
          </a:xfrm>
          <a:prstGeom prst="line">
            <a:avLst/>
          </a:prstGeom>
          <a:solidFill>
            <a:srgbClr val="98E3BC"/>
          </a:solidFill>
          <a:ln w="15875">
            <a:solidFill>
              <a:schemeClr val="tx2">
                <a:lumMod val="25000"/>
                <a:lumOff val="7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>
            <p:custDataLst>
              <p:tags r:id="rId10"/>
            </p:custDataLst>
          </p:nvPr>
        </p:nvCxnSpPr>
        <p:spPr>
          <a:xfrm>
            <a:off x="11122282" y="681237"/>
            <a:ext cx="212714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>
            <p:custDataLst>
              <p:tags r:id="rId11"/>
            </p:custDataLst>
          </p:nvPr>
        </p:nvCxnSpPr>
        <p:spPr>
          <a:xfrm>
            <a:off x="11122282" y="756802"/>
            <a:ext cx="212714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>
            <p:custDataLst>
              <p:tags r:id="rId12"/>
            </p:custDataLst>
          </p:nvPr>
        </p:nvCxnSpPr>
        <p:spPr>
          <a:xfrm>
            <a:off x="11122282" y="833002"/>
            <a:ext cx="212714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3"/>
            </p:custDataLst>
          </p:nvPr>
        </p:nvSpPr>
        <p:spPr>
          <a:xfrm>
            <a:off x="838156" y="1265786"/>
            <a:ext cx="5958943" cy="2304304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6000"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4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6"/>
            </p:custDataLst>
          </p:nvPr>
        </p:nvSpPr>
        <p:spPr>
          <a:xfrm>
            <a:off x="8610152" y="6356350"/>
            <a:ext cx="2743057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公司名占位符 6"/>
          <p:cNvSpPr>
            <a:spLocks noGrp="1"/>
          </p:cNvSpPr>
          <p:nvPr>
            <p:ph type="body" sz="quarter" idx="13" hasCustomPrompt="1"/>
            <p:custDataLst>
              <p:tags r:id="rId17"/>
            </p:custDataLst>
          </p:nvPr>
        </p:nvSpPr>
        <p:spPr>
          <a:xfrm>
            <a:off x="838754" y="504000"/>
            <a:ext cx="2879850" cy="504000"/>
          </a:xfrm>
        </p:spPr>
        <p:txBody>
          <a:bodyPr wrap="square" anchor="ctr"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14" name="日期时间占位符 7"/>
          <p:cNvSpPr>
            <a:spLocks noGrp="1"/>
          </p:cNvSpPr>
          <p:nvPr>
            <p:ph type="body" sz="quarter" idx="14" hasCustomPrompt="1"/>
            <p:custDataLst>
              <p:tags r:id="rId18"/>
            </p:custDataLst>
          </p:nvPr>
        </p:nvSpPr>
        <p:spPr>
          <a:xfrm>
            <a:off x="1091930" y="5414440"/>
            <a:ext cx="2879850" cy="504000"/>
          </a:xfrm>
        </p:spPr>
        <p:txBody>
          <a:bodyPr wrap="square"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1800" b="1">
                <a:solidFill>
                  <a:srgbClr val="FFFFFF"/>
                </a:solidFill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20" name="联系方式占位符 9"/>
          <p:cNvSpPr>
            <a:spLocks noGrp="1"/>
          </p:cNvSpPr>
          <p:nvPr>
            <p:ph type="body" sz="quarter" idx="16" hasCustomPrompt="1"/>
            <p:custDataLst>
              <p:tags r:id="rId19"/>
            </p:custDataLst>
          </p:nvPr>
        </p:nvSpPr>
        <p:spPr>
          <a:xfrm>
            <a:off x="8219585" y="5414440"/>
            <a:ext cx="2879850" cy="504000"/>
          </a:xfrm>
        </p:spPr>
        <p:txBody>
          <a:bodyPr wrap="square" anchor="ctr">
            <a:normAutofit/>
          </a:bodyPr>
          <a:lstStyle>
            <a:lvl1pPr marL="0" indent="0" algn="r">
              <a:lnSpc>
                <a:spcPct val="100000"/>
              </a:lnSpc>
              <a:buNone/>
              <a:defRPr sz="1800" b="1">
                <a:solidFill>
                  <a:srgbClr val="FFFFFF"/>
                </a:solidFill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ags" Target="../tags/tag1.xml"/><Relationship Id="rId18" Type="http://schemas.openxmlformats.org/officeDocument/2006/relationships/tags" Target="../tags/tag6.xml"/><Relationship Id="rId3" Type="http://schemas.openxmlformats.org/officeDocument/2006/relationships/slideLayout" Target="../slideLayouts/slideLayout14.xml"/><Relationship Id="rId21" Type="http://schemas.openxmlformats.org/officeDocument/2006/relationships/tags" Target="../tags/tag9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17" Type="http://schemas.openxmlformats.org/officeDocument/2006/relationships/tags" Target="../tags/tag5.xml"/><Relationship Id="rId2" Type="http://schemas.openxmlformats.org/officeDocument/2006/relationships/slideLayout" Target="../slideLayouts/slideLayout13.xml"/><Relationship Id="rId16" Type="http://schemas.openxmlformats.org/officeDocument/2006/relationships/tags" Target="../tags/tag4.xml"/><Relationship Id="rId20" Type="http://schemas.openxmlformats.org/officeDocument/2006/relationships/tags" Target="../tags/tag8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24" Type="http://schemas.openxmlformats.org/officeDocument/2006/relationships/image" Target="../media/image1.svg"/><Relationship Id="rId5" Type="http://schemas.openxmlformats.org/officeDocument/2006/relationships/slideLayout" Target="../slideLayouts/slideLayout16.xml"/><Relationship Id="rId15" Type="http://schemas.openxmlformats.org/officeDocument/2006/relationships/tags" Target="../tags/tag3.xml"/><Relationship Id="rId23" Type="http://schemas.openxmlformats.org/officeDocument/2006/relationships/tags" Target="../tags/tag11.xml"/><Relationship Id="rId10" Type="http://schemas.openxmlformats.org/officeDocument/2006/relationships/slideLayout" Target="../slideLayouts/slideLayout21.xml"/><Relationship Id="rId19" Type="http://schemas.openxmlformats.org/officeDocument/2006/relationships/tags" Target="../tags/tag7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ags" Target="../tags/tag2.xml"/><Relationship Id="rId22" Type="http://schemas.openxmlformats.org/officeDocument/2006/relationships/tags" Target="../tags/tag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13"/>
            </p:custDataLst>
          </p:nvPr>
        </p:nvSpPr>
        <p:spPr>
          <a:xfrm>
            <a:off x="0" y="0"/>
            <a:ext cx="12191365" cy="6858000"/>
          </a:xfrm>
          <a:prstGeom prst="rect">
            <a:avLst/>
          </a:prstGeom>
          <a:gradFill flip="none" rotWithShape="1">
            <a:gsLst>
              <a:gs pos="6422">
                <a:schemeClr val="accent1">
                  <a:lumMod val="20000"/>
                  <a:lumOff val="80000"/>
                </a:schemeClr>
              </a:gs>
              <a:gs pos="53000">
                <a:schemeClr val="bg2"/>
              </a:gs>
              <a:gs pos="100000">
                <a:schemeClr val="bg1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9" name="任意多边形: 形状 8"/>
          <p:cNvSpPr/>
          <p:nvPr>
            <p:custDataLst>
              <p:tags r:id="rId14"/>
            </p:custDataLst>
          </p:nvPr>
        </p:nvSpPr>
        <p:spPr>
          <a:xfrm flipH="1" flipV="1">
            <a:off x="9257822" y="3925701"/>
            <a:ext cx="2933543" cy="2932298"/>
          </a:xfrm>
          <a:custGeom>
            <a:avLst/>
            <a:gdLst>
              <a:gd name="connsiteX0" fmla="*/ 0 w 1556484"/>
              <a:gd name="connsiteY0" fmla="*/ 0 h 1555743"/>
              <a:gd name="connsiteX1" fmla="*/ 1556484 w 1556484"/>
              <a:gd name="connsiteY1" fmla="*/ 0 h 1555743"/>
              <a:gd name="connsiteX2" fmla="*/ 1548919 w 1556484"/>
              <a:gd name="connsiteY2" fmla="*/ 149820 h 1555743"/>
              <a:gd name="connsiteX3" fmla="*/ 150601 w 1556484"/>
              <a:gd name="connsiteY3" fmla="*/ 1548138 h 1555743"/>
              <a:gd name="connsiteX4" fmla="*/ 0 w 1556484"/>
              <a:gd name="connsiteY4" fmla="*/ 1555743 h 1555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6484" h="1555743">
                <a:moveTo>
                  <a:pt x="0" y="0"/>
                </a:moveTo>
                <a:lnTo>
                  <a:pt x="1556484" y="0"/>
                </a:lnTo>
                <a:lnTo>
                  <a:pt x="1548919" y="149820"/>
                </a:lnTo>
                <a:cubicBezTo>
                  <a:pt x="1474043" y="887113"/>
                  <a:pt x="887894" y="1473262"/>
                  <a:pt x="150601" y="1548138"/>
                </a:cubicBezTo>
                <a:lnTo>
                  <a:pt x="0" y="1555743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57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11" name="矩形 10"/>
          <p:cNvSpPr/>
          <p:nvPr>
            <p:custDataLst>
              <p:tags r:id="rId15"/>
            </p:custDataLst>
          </p:nvPr>
        </p:nvSpPr>
        <p:spPr>
          <a:xfrm>
            <a:off x="1" y="0"/>
            <a:ext cx="12191363" cy="6369977"/>
          </a:xfrm>
          <a:prstGeom prst="rect">
            <a:avLst/>
          </a:prstGeom>
          <a:gradFill flip="none" rotWithShape="1">
            <a:gsLst>
              <a:gs pos="39000">
                <a:schemeClr val="bg2"/>
              </a:gs>
              <a:gs pos="97000">
                <a:schemeClr val="bg1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>
              <a:latin typeface="Arial" panose="020B0604020202020204" pitchFamily="34" charset="0"/>
            </a:endParaRPr>
          </a:p>
        </p:txBody>
      </p:sp>
      <p:pic>
        <p:nvPicPr>
          <p:cNvPr id="12" name="图形 15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 flipV="1">
            <a:off x="11251615" y="4613195"/>
            <a:ext cx="939750" cy="2244805"/>
          </a:xfrm>
          <a:prstGeom prst="rect">
            <a:avLst/>
          </a:prstGeom>
        </p:spPr>
      </p:pic>
      <p:sp>
        <p:nvSpPr>
          <p:cNvPr id="10" name="矩形 9"/>
          <p:cNvSpPr/>
          <p:nvPr>
            <p:custDataLst>
              <p:tags r:id="rId17"/>
            </p:custDataLst>
          </p:nvPr>
        </p:nvSpPr>
        <p:spPr>
          <a:xfrm>
            <a:off x="1" y="-13335"/>
            <a:ext cx="12191363" cy="636997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15000"/>
                </a:schemeClr>
              </a:gs>
              <a:gs pos="53000">
                <a:schemeClr val="bg2">
                  <a:alpha val="3000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8"/>
            </p:custDataLst>
          </p:nvPr>
        </p:nvSpPr>
        <p:spPr>
          <a:xfrm>
            <a:off x="695924" y="6356350"/>
            <a:ext cx="2743057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9"/>
            </p:custDataLst>
          </p:nvPr>
        </p:nvSpPr>
        <p:spPr>
          <a:xfrm>
            <a:off x="4038390" y="6356350"/>
            <a:ext cx="4114586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0"/>
            </p:custDataLst>
          </p:nvPr>
        </p:nvSpPr>
        <p:spPr>
          <a:xfrm>
            <a:off x="8753527" y="6356350"/>
            <a:ext cx="2743057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  <a:t>‹#›</a:t>
            </a:fld>
            <a:endParaRPr lang="en-US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21"/>
            </p:custDataLst>
          </p:nvPr>
        </p:nvSpPr>
        <p:spPr>
          <a:xfrm>
            <a:off x="695924" y="360000"/>
            <a:ext cx="10799438" cy="72000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2"/>
            </p:custDataLst>
          </p:nvPr>
        </p:nvSpPr>
        <p:spPr>
          <a:xfrm>
            <a:off x="695924" y="1301749"/>
            <a:ext cx="10799438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13" name="KSO_TEMPLATE" hidden="1"/>
          <p:cNvSpPr/>
          <p:nvPr>
            <p:custDataLst>
              <p:tags r:id="rId23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tx2"/>
          </a:solidFill>
          <a:latin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121.xml"/><Relationship Id="rId7" Type="http://schemas.openxmlformats.org/officeDocument/2006/relationships/image" Target="../media/image3.jpeg"/><Relationship Id="rId2" Type="http://schemas.openxmlformats.org/officeDocument/2006/relationships/tags" Target="../tags/tag120.xml"/><Relationship Id="rId1" Type="http://schemas.openxmlformats.org/officeDocument/2006/relationships/tags" Target="../tags/tag119.xml"/><Relationship Id="rId6" Type="http://schemas.openxmlformats.org/officeDocument/2006/relationships/slideLayout" Target="../slideLayouts/slideLayout12.xml"/><Relationship Id="rId5" Type="http://schemas.openxmlformats.org/officeDocument/2006/relationships/tags" Target="../tags/tag123.xml"/><Relationship Id="rId4" Type="http://schemas.openxmlformats.org/officeDocument/2006/relationships/tags" Target="../tags/tag12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tags" Target="../tags/tag125.xml"/><Relationship Id="rId1" Type="http://schemas.openxmlformats.org/officeDocument/2006/relationships/tags" Target="../tags/tag124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tags" Target="../tags/tag127.xml"/><Relationship Id="rId1" Type="http://schemas.openxmlformats.org/officeDocument/2006/relationships/tags" Target="../tags/tag126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tags" Target="../tags/tag129.xml"/><Relationship Id="rId1" Type="http://schemas.openxmlformats.org/officeDocument/2006/relationships/tags" Target="../tags/tag128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tags" Target="../tags/tag131.xml"/><Relationship Id="rId1" Type="http://schemas.openxmlformats.org/officeDocument/2006/relationships/tags" Target="../tags/tag130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tags" Target="../tags/tag133.xml"/><Relationship Id="rId1" Type="http://schemas.openxmlformats.org/officeDocument/2006/relationships/tags" Target="../tags/tag13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tags" Target="../tags/tag135.xml"/><Relationship Id="rId1" Type="http://schemas.openxmlformats.org/officeDocument/2006/relationships/tags" Target="../tags/tag134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tags" Target="../tags/tag137.xml"/><Relationship Id="rId1" Type="http://schemas.openxmlformats.org/officeDocument/2006/relationships/tags" Target="../tags/tag136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tags" Target="../tags/tag139.xml"/><Relationship Id="rId1" Type="http://schemas.openxmlformats.org/officeDocument/2006/relationships/tags" Target="../tags/tag138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>
                <a:ea typeface="+mj-ea"/>
              </a:rPr>
              <a:t>The title goes here</a:t>
            </a:r>
          </a:p>
        </p:txBody>
      </p:sp>
      <p:sp>
        <p:nvSpPr>
          <p:cNvPr id="5" name="副标题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/>
              <a:t>Add description</a:t>
            </a:r>
          </a:p>
        </p:txBody>
      </p:sp>
      <p:sp>
        <p:nvSpPr>
          <p:cNvPr id="6" name="公司名"/>
          <p:cNvSpPr>
            <a:spLocks noGrp="1"/>
          </p:cNvSpPr>
          <p:nvPr>
            <p:ph type="body" sz="quarter" idx="13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en-US"/>
              <a:t>Click here to add text</a:t>
            </a:r>
          </a:p>
        </p:txBody>
      </p:sp>
      <p:sp>
        <p:nvSpPr>
          <p:cNvPr id="10" name="署名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839807" y="5116449"/>
            <a:ext cx="2879850" cy="57597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1"/>
              </a:gs>
              <a:gs pos="55000">
                <a:schemeClr val="accent2"/>
              </a:gs>
            </a:gsLst>
            <a:lin ang="2700000" scaled="1"/>
            <a:tileRect/>
          </a:gradFill>
          <a:effectLst>
            <a:outerShdw blurRad="101600" dist="101600" dir="2700000" algn="tl" rotWithShape="0">
              <a:schemeClr val="accent1">
                <a:alpha val="20000"/>
              </a:schemeClr>
            </a:outerShdw>
          </a:effectLst>
        </p:spPr>
        <p:txBody>
          <a:bodyPr vert="horz" wrap="square" lIns="0" tIns="0" rIns="0" bIns="0" rtlCol="0" anchor="ctr" anchorCtr="1">
            <a:normAutofit/>
          </a:bodyPr>
          <a:lstStyle>
            <a:lvl1pPr mar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None/>
              <a:defRPr lang="en-US" sz="1600" b="1" u="none" strike="noStrike" kern="1200" cap="none" spc="0" normalizeH="0" baseline="0" dirty="0">
                <a:solidFill>
                  <a:srgbClr val="FFFFFF"/>
                </a:solidFill>
                <a:uFillTx/>
                <a:latin typeface="+mn-lt"/>
              </a:defRPr>
            </a:lvl1pPr>
            <a:lvl2pPr marL="538480" indent="-20637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2pPr>
            <a:lvl3pPr marL="798830" indent="-1619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3pPr>
            <a:lvl4pPr marL="1030605" indent="-1492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4pPr>
            <a:lvl5pPr marL="1235075" indent="-12700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>
                <a:solidFill>
                  <a:schemeClr val="tx1"/>
                </a:solidFill>
              </a:rPr>
              <a:t>Name</a:t>
            </a:r>
          </a:p>
        </p:txBody>
      </p:sp>
      <p:pic>
        <p:nvPicPr>
          <p:cNvPr id="3" name="Picture 2"/>
          <p:cNvPicPr/>
          <p:nvPr/>
        </p:nvPicPr>
        <p:blipFill>
          <a:blip r:embed="rId7"/>
          <a:stretch>
            <a:fillRect/>
          </a:stretch>
        </p:blipFill>
        <p:spPr>
          <a:xfrm>
            <a:off x="0" y="635"/>
            <a:ext cx="12190730" cy="685736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7E7F3F5-7B85-187C-5560-B1B5325E6120}"/>
              </a:ext>
            </a:extLst>
          </p:cNvPr>
          <p:cNvSpPr txBox="1"/>
          <p:nvPr/>
        </p:nvSpPr>
        <p:spPr>
          <a:xfrm>
            <a:off x="1759973" y="1071715"/>
            <a:ext cx="6423328" cy="3997995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l">
              <a:lnSpc>
                <a:spcPct val="140000"/>
              </a:lnSpc>
            </a:pPr>
            <a:r>
              <a:rPr lang="en-US" sz="2400" kern="100" dirty="0">
                <a:latin typeface="+mn-ea"/>
                <a:cs typeface="江城圆体 400W" panose="020B0500000000000000" pitchFamily="34" charset="-122"/>
              </a:rPr>
              <a:t>JAKEER</a:t>
            </a:r>
            <a:r>
              <a:rPr lang="en-US" sz="2400" kern="100" dirty="0">
                <a:effectLst/>
                <a:latin typeface="+mn-ea"/>
                <a:cs typeface="江城圆体 400W" panose="020B0500000000000000" pitchFamily="34" charset="-122"/>
              </a:rPr>
              <a:t> :- 25MVCSMRO699</a:t>
            </a:r>
          </a:p>
          <a:p>
            <a:pPr algn="l">
              <a:lnSpc>
                <a:spcPct val="140000"/>
              </a:lnSpc>
            </a:pPr>
            <a:r>
              <a:rPr lang="en-US" sz="2400" kern="100" dirty="0">
                <a:latin typeface="+mn-ea"/>
                <a:cs typeface="江城圆体 400W" panose="020B0500000000000000" pitchFamily="34" charset="-122"/>
              </a:rPr>
              <a:t>SAIKIRAN :- 25MVCSMR0664</a:t>
            </a:r>
          </a:p>
          <a:p>
            <a:pPr algn="l">
              <a:lnSpc>
                <a:spcPct val="140000"/>
              </a:lnSpc>
            </a:pPr>
            <a:r>
              <a:rPr lang="en-US" sz="2400" kern="100" dirty="0">
                <a:latin typeface="+mn-ea"/>
                <a:cs typeface="江城圆体 400W" panose="020B0500000000000000" pitchFamily="34" charset="-122"/>
              </a:rPr>
              <a:t>RAKESH</a:t>
            </a:r>
            <a:r>
              <a:rPr lang="en-US" sz="2400" kern="100" dirty="0">
                <a:effectLst/>
                <a:latin typeface="+mn-ea"/>
                <a:cs typeface="江城圆体 400W" panose="020B0500000000000000" pitchFamily="34" charset="-122"/>
              </a:rPr>
              <a:t> :- 25MVCSMR0701</a:t>
            </a:r>
          </a:p>
          <a:p>
            <a:pPr algn="l">
              <a:lnSpc>
                <a:spcPct val="140000"/>
              </a:lnSpc>
            </a:pPr>
            <a:r>
              <a:rPr lang="en-US" sz="2400" kern="100" dirty="0">
                <a:latin typeface="+mn-ea"/>
                <a:cs typeface="江城圆体 400W" panose="020B0500000000000000" pitchFamily="34" charset="-122"/>
              </a:rPr>
              <a:t>NANDU :- 25MVCSMR0671</a:t>
            </a:r>
            <a:endParaRPr lang="en-US" sz="2400" kern="100" dirty="0">
              <a:effectLst/>
              <a:latin typeface="+mn-ea"/>
              <a:cs typeface="江城圆体 400W" panose="020B0500000000000000" pitchFamily="34" charset="-12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B29EEB-4DD8-9351-4509-FC354422695A}"/>
              </a:ext>
            </a:extLst>
          </p:cNvPr>
          <p:cNvSpPr txBox="1"/>
          <p:nvPr/>
        </p:nvSpPr>
        <p:spPr>
          <a:xfrm>
            <a:off x="2604303" y="3808071"/>
            <a:ext cx="7164729" cy="82180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l">
              <a:lnSpc>
                <a:spcPct val="140000"/>
              </a:lnSpc>
            </a:pPr>
            <a:r>
              <a:rPr lang="en-US" sz="2400" kern="100" dirty="0">
                <a:effectLst/>
                <a:latin typeface="+mn-ea"/>
                <a:cs typeface="江城圆体 400W" panose="020B0500000000000000" pitchFamily="34" charset="-122"/>
              </a:rPr>
              <a:t>TOPIC :--- SKILL DEPENDENCY GRAPH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3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2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4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5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0" y="-60960"/>
            <a:ext cx="12191695" cy="685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6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7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8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C983529-B790-AD81-0566-81AB79D52F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363150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0*i*1"/>
  <p:tag name="KSO_WM_UNIT_LAYERLEVEL" val="1"/>
  <p:tag name="KSO_WM_TAG_VERSION" val="3.0"/>
  <p:tag name="KSO_WM_BEAUTIFY_FLAG" val="#wm#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0*i*2"/>
  <p:tag name="KSO_WM_UNIT_LAYERLEVEL" val="1"/>
  <p:tag name="KSO_WM_TAG_VERSION" val="3.0"/>
  <p:tag name="KSO_WM_BEAUTIFY_FLAG" val="#wm#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0*i*3"/>
  <p:tag name="KSO_WM_UNIT_LAYERLEVEL" val="1"/>
  <p:tag name="KSO_WM_TAG_VERSION" val="3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0*i*4"/>
  <p:tag name="KSO_WM_UNIT_LAYERLEVEL" val="1"/>
  <p:tag name="KSO_WM_TAG_VERSION" val="3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0*i*5"/>
  <p:tag name="KSO_WM_UNIT_LAYERLEVEL" val="1"/>
  <p:tag name="KSO_WM_TAG_VERSION" val="3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0*a*1"/>
  <p:tag name="KSO_WM_UNIT_LAYERLEVEL" val="1"/>
  <p:tag name="KSO_WM_TAG_VERSION" val="1.0"/>
  <p:tag name="KSO_WM_BEAUTIFY_FLAG" val="#wm#"/>
  <p:tag name="KSO_WM_TEMPLATE_CATEGORY" val="custom"/>
  <p:tag name="KSO_WM_TEMPLATE_INDEX" val="20238096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34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0*f*1"/>
  <p:tag name="KSO_WM_UNIT_LAYERLEVEL" val="1"/>
  <p:tag name="KSO_WM_TAG_VERSION" val="1.0"/>
  <p:tag name="KSO_WM_BEAUTIFY_FLAG" val="#wm#"/>
  <p:tag name="KSO_WM_TEMPLATE_CATEGORY" val="custom"/>
  <p:tag name="KSO_WM_TEMPLATE_INDEX" val="20238096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9"/>
  <p:tag name="KSO_WM_SPECIAL_SOURCE" val="bdnull"/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8096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*i*1"/>
  <p:tag name="KSO_WM_UNIT_LAYERLEVEL" val="1"/>
  <p:tag name="KSO_WM_TAG_VERSION" val="3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*i*2"/>
  <p:tag name="KSO_WM_UNIT_LAYERLEVEL" val="1"/>
  <p:tag name="KSO_WM_TAG_VERSION" val="3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*i*3"/>
  <p:tag name="KSO_WM_UNIT_LAYERLEVEL" val="1"/>
  <p:tag name="KSO_WM_TAG_VERSION" val="3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*i*4"/>
  <p:tag name="KSO_WM_UNIT_LAYERLEVEL" val="1"/>
  <p:tag name="KSO_WM_TAG_VERSION" val="3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*i*5"/>
  <p:tag name="KSO_WM_UNIT_LAYERLEVEL" val="1"/>
  <p:tag name="KSO_WM_TAG_VERSION" val="3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1*i*6"/>
  <p:tag name="KSO_WM_UNIT_LAYERLEVEL" val="1"/>
  <p:tag name="KSO_WM_TAG_VERSION" val="3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1*i*7"/>
  <p:tag name="KSO_WM_UNIT_LAYERLEVEL" val="1"/>
  <p:tag name="KSO_WM_TAG_VERSION" val="3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1*i*8"/>
  <p:tag name="KSO_WM_UNIT_LAYERLEVEL" val="1"/>
  <p:tag name="KSO_WM_TAG_VERSION" val="3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1*i*9"/>
  <p:tag name="KSO_WM_UNIT_LAYERLEVEL" val="1"/>
  <p:tag name="KSO_WM_TAG_VERSION" val="3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_1*i*10"/>
  <p:tag name="KSO_WM_UNIT_LAYERLEVEL" val="1"/>
  <p:tag name="KSO_WM_TAG_VERSION" val="3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_1*i*11"/>
  <p:tag name="KSO_WM_UNIT_LAYERLEVEL" val="1"/>
  <p:tag name="KSO_WM_TAG_VERSION" val="3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_1*i*12"/>
  <p:tag name="KSO_WM_UNIT_LAYERLEVEL" val="1"/>
  <p:tag name="KSO_WM_TAG_VERSION" val="3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3"/>
  <p:tag name="KSO_WM_UNIT_ID" val="_1*i*13"/>
  <p:tag name="KSO_WM_UNIT_LAYERLEVEL" val="1"/>
  <p:tag name="KSO_WM_TAG_VERSION" val="3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4"/>
  <p:tag name="KSO_WM_UNIT_ID" val="_1*i*14"/>
  <p:tag name="KSO_WM_UNIT_LAYERLEVEL" val="1"/>
  <p:tag name="KSO_WM_TAG_VERSION" val="3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5"/>
  <p:tag name="KSO_WM_UNIT_ID" val="_1*i*15"/>
  <p:tag name="KSO_WM_UNIT_LAYERLEVEL" val="1"/>
  <p:tag name="KSO_WM_TAG_VERSION" val="3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6"/>
  <p:tag name="KSO_WM_UNIT_ID" val="_1*i*16"/>
  <p:tag name="KSO_WM_UNIT_LAYERLEVEL" val="1"/>
  <p:tag name="KSO_WM_TAG_VERSION" val="3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8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*b*1"/>
  <p:tag name="KSO_WM_UNIT_LAYERLEVEL" val="1"/>
  <p:tag name="KSO_WM_TAG_VERSION" val="3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g"/>
  <p:tag name="KSO_WM_UNIT_PRESET_TEXT" val="公司名占位符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5"/>
  <p:tag name="KSO_WM_UNIT_ID" val="_1*f*5"/>
  <p:tag name="KSO_WM_UNIT_LAYERLEVEL" val="1"/>
  <p:tag name="KSO_WM_TAG_VERSION" val="3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4"/>
  <p:tag name="KSO_WM_UNIT_ID" val="_1*f*4"/>
  <p:tag name="KSO_WM_UNIT_LAYERLEVEL" val="1"/>
  <p:tag name="KSO_WM_TAG_VERSION" val="3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3*i*1"/>
  <p:tag name="KSO_WM_UNIT_LAYERLEVEL" val="1"/>
  <p:tag name="KSO_WM_TAG_VERSION" val="3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3*i*2"/>
  <p:tag name="KSO_WM_UNIT_LAYERLEVEL" val="1"/>
  <p:tag name="KSO_WM_TAG_VERSION" val="3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3*i*3"/>
  <p:tag name="KSO_WM_UNIT_LAYERLEVEL" val="1"/>
  <p:tag name="KSO_WM_TAG_VERSION" val="3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3*i*4"/>
  <p:tag name="KSO_WM_UNIT_LAYERLEVEL" val="1"/>
  <p:tag name="KSO_WM_TAG_VERSION" val="3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3*i*6"/>
  <p:tag name="KSO_WM_UNIT_LAYERLEVEL" val="1"/>
  <p:tag name="KSO_WM_TAG_VERSION" val="3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3*i*7"/>
  <p:tag name="KSO_WM_UNIT_LAYERLEVEL" val="1"/>
  <p:tag name="KSO_WM_TAG_VERSION" val="3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3*i*8"/>
  <p:tag name="KSO_WM_UNIT_LAYERLEVEL" val="1"/>
  <p:tag name="KSO_WM_TAG_VERSION" val="3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4*i*1"/>
  <p:tag name="KSO_WM_UNIT_LAYERLEVEL" val="1"/>
  <p:tag name="KSO_WM_TAG_VERSION" val="3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4*i*3"/>
  <p:tag name="KSO_WM_UNIT_LAYERLEVEL" val="1"/>
  <p:tag name="KSO_WM_TAG_VERSION" val="3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4*i*3"/>
  <p:tag name="KSO_WM_UNIT_LAYERLEVEL" val="1"/>
  <p:tag name="KSO_WM_TAG_VERSION" val="3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4*i*4"/>
  <p:tag name="KSO_WM_UNIT_LAYERLEVEL" val="1"/>
  <p:tag name="KSO_WM_TAG_VERSION" val="3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4*i*5"/>
  <p:tag name="KSO_WM_UNIT_LAYERLEVEL" val="1"/>
  <p:tag name="KSO_WM_TAG_VERSION" val="3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4*i*6"/>
  <p:tag name="KSO_WM_UNIT_LAYERLEVEL" val="1"/>
  <p:tag name="KSO_WM_TAG_VERSION" val="3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4*i*7"/>
  <p:tag name="KSO_WM_UNIT_LAYERLEVEL" val="1"/>
  <p:tag name="KSO_WM_TAG_VERSION" val="3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4*i*8"/>
  <p:tag name="KSO_WM_UNIT_LAYERLEVEL" val="1"/>
  <p:tag name="KSO_WM_TAG_VERSION" val="3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4*i*9"/>
  <p:tag name="KSO_WM_UNIT_LAYERLEVEL" val="1"/>
  <p:tag name="KSO_WM_TAG_VERSION" val="3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_4*i*10"/>
  <p:tag name="KSO_WM_UNIT_LAYERLEVEL" val="1"/>
  <p:tag name="KSO_WM_TAG_VERSION" val="3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_4*i*11"/>
  <p:tag name="KSO_WM_UNIT_LAYERLEVEL" val="1"/>
  <p:tag name="KSO_WM_TAG_VERSION" val="3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_4*i*12"/>
  <p:tag name="KSO_WM_UNIT_LAYERLEVEL" val="1"/>
  <p:tag name="KSO_WM_TAG_VERSION" val="3.0"/>
  <p:tag name="KSO_WM_BEAUTIFY_FLAG" val="#wm#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3"/>
  <p:tag name="KSO_WM_UNIT_ID" val="_4*i*13"/>
  <p:tag name="KSO_WM_UNIT_LAYERLEVEL" val="1"/>
  <p:tag name="KSO_WM_TAG_VERSION" val="3.0"/>
  <p:tag name="KSO_WM_BEAUTIFY_FLAG" val="#wm#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RESET_TEXT" val="节编号"/>
  <p:tag name="KSO_WM_UNIT_NOCLEAR" val="0"/>
  <p:tag name="KSO_WM_UNIT_VALUE" val="13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_4*e*1"/>
  <p:tag name="KSO_WM_UNIT_LAYERLEVEL" val="1"/>
  <p:tag name="KSO_WM_TAG_VERSION" val="3.0"/>
  <p:tag name="KSO_WM_BEAUTIFY_FLAG" val="#wm#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4"/>
  <p:tag name="KSO_WM_UNIT_ID" val="_4*i*14"/>
  <p:tag name="KSO_WM_UNIT_LAYERLEVEL" val="1"/>
  <p:tag name="KSO_WM_TAG_VERSION" val="3.0"/>
  <p:tag name="KSO_WM_BEAUTIFY_FLAG" val="#wm#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6*a*1"/>
  <p:tag name="KSO_WM_UNIT_LAYERLEVEL" val="1"/>
  <p:tag name="KSO_WM_TAG_VERSION" val="3.0"/>
  <p:tag name="KSO_WM_BEAUTIFY_FLAG" val="#wm#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6*h_a*1_1"/>
  <p:tag name="KSO_WM_UNIT_LAYERLEVEL" val="1_1"/>
  <p:tag name="KSO_WM_TAG_VERSION" val="3.0"/>
  <p:tag name="KSO_WM_BEAUTIFY_FLAG" val="#wm#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6*h_f*1_1"/>
  <p:tag name="KSO_WM_UNIT_LAYERLEVEL" val="1_1"/>
  <p:tag name="KSO_WM_TAG_VERSION" val="3.0"/>
  <p:tag name="KSO_WM_BEAUTIFY_FLAG" val="#wm#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6*h_a*2_1"/>
  <p:tag name="KSO_WM_UNIT_LAYERLEVEL" val="1_1"/>
  <p:tag name="KSO_WM_TAG_VERSION" val="3.0"/>
  <p:tag name="KSO_WM_BEAUTIFY_FLAG" val="#wm#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6*h_f*2_1"/>
  <p:tag name="KSO_WM_UNIT_LAYERLEVEL" val="1_1"/>
  <p:tag name="KSO_WM_TAG_VERSION" val="3.0"/>
  <p:tag name="KSO_WM_BEAUTIFY_FLAG" val="#wm#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3.0"/>
  <p:tag name="KSO_WM_BEAUTIFY_FLAG" val="#wm#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0*a*1"/>
  <p:tag name="KSO_WM_UNIT_LAYERLEVEL" val="1"/>
  <p:tag name="KSO_WM_TAG_VERSION" val="3.0"/>
  <p:tag name="KSO_WM_BEAUTIFY_FLAG" val="#wm#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0*b*1"/>
  <p:tag name="KSO_WM_UNIT_LAYERLEVEL" val="1"/>
  <p:tag name="KSO_WM_TAG_VERSION" val="3.0"/>
  <p:tag name="KSO_WM_BEAUTIFY_FLAG" val="#wm#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1*i*1"/>
  <p:tag name="KSO_WM_UNIT_LAYERLEVEL" val="1"/>
  <p:tag name="KSO_WM_TAG_VERSION" val="3.0"/>
  <p:tag name="KSO_WM_BEAUTIFY_FLAG" val="#wm#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1*i*3"/>
  <p:tag name="KSO_WM_UNIT_LAYERLEVEL" val="1"/>
  <p:tag name="KSO_WM_TAG_VERSION" val="3.0"/>
  <p:tag name="KSO_WM_BEAUTIFY_FLAG" val="#wm#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1*i*2"/>
  <p:tag name="KSO_WM_UNIT_LAYERLEVEL" val="1"/>
  <p:tag name="KSO_WM_TAG_VERSION" val="3.0"/>
  <p:tag name="KSO_WM_BEAUTIFY_FLAG" val="#wm#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1*i*3"/>
  <p:tag name="KSO_WM_UNIT_LAYERLEVEL" val="1"/>
  <p:tag name="KSO_WM_TAG_VERSION" val="3.0"/>
  <p:tag name="KSO_WM_BEAUTIFY_FLAG" val="#wm#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1*i*5"/>
  <p:tag name="KSO_WM_UNIT_LAYERLEVEL" val="1"/>
  <p:tag name="KSO_WM_TAG_VERSION" val="3.0"/>
  <p:tag name="KSO_WM_BEAUTIFY_FLAG" val="#wm#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11*i*6"/>
  <p:tag name="KSO_WM_UNIT_LAYERLEVEL" val="1"/>
  <p:tag name="KSO_WM_TAG_VERSION" val="3.0"/>
  <p:tag name="KSO_WM_BEAUTIFY_FLAG" val="#wm#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11*i*7"/>
  <p:tag name="KSO_WM_UNIT_LAYERLEVEL" val="1"/>
  <p:tag name="KSO_WM_TAG_VERSION" val="3.0"/>
  <p:tag name="KSO_WM_BEAUTIFY_FLAG" val="#wm#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11*i*8"/>
  <p:tag name="KSO_WM_UNIT_LAYERLEVEL" val="1"/>
  <p:tag name="KSO_WM_TAG_VERSION" val="3.0"/>
  <p:tag name="KSO_WM_BEAUTIFY_FLAG" val="#wm#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11*i*9"/>
  <p:tag name="KSO_WM_UNIT_LAYERLEVEL" val="1"/>
  <p:tag name="KSO_WM_TAG_VERSION" val="3.0"/>
  <p:tag name="KSO_WM_BEAUTIFY_FLAG" val="#wm#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_11*i*10"/>
  <p:tag name="KSO_WM_UNIT_LAYERLEVEL" val="1"/>
  <p:tag name="KSO_WM_TAG_VERSION" val="3.0"/>
  <p:tag name="KSO_WM_BEAUTIFY_FLAG" val="#wm#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_11*i*11"/>
  <p:tag name="KSO_WM_UNIT_LAYERLEVEL" val="1"/>
  <p:tag name="KSO_WM_TAG_VERSION" val="3.0"/>
  <p:tag name="KSO_WM_BEAUTIFY_FLAG" val="#wm#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_11*i*12"/>
  <p:tag name="KSO_WM_UNIT_LAYERLEVEL" val="1"/>
  <p:tag name="KSO_WM_TAG_VERSION" val="3.0"/>
  <p:tag name="KSO_WM_BEAUTIFY_FLAG" val="#wm#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g"/>
  <p:tag name="KSO_WM_UNIT_PRESET_TEXT" val="公司名占位符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6"/>
  <p:tag name="KSO_WM_UNIT_ID" val="_11*f*6"/>
  <p:tag name="KSO_WM_UNIT_LAYERLEVEL" val="1"/>
  <p:tag name="KSO_WM_TAG_VERSION" val="3.0"/>
  <p:tag name="KSO_WM_BEAUTIFY_FLAG" val="#wm#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c"/>
  <p:tag name="KSO_WM_UNIT_PRESET_TEXT" val="日期时间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11*f*2"/>
  <p:tag name="KSO_WM_UNIT_LAYERLEVEL" val="1"/>
  <p:tag name="KSO_WM_TAG_VERSION" val="3.0"/>
  <p:tag name="KSO_WM_BEAUTIFY_FLAG" val="#wm#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d"/>
  <p:tag name="KSO_WM_UNIT_PRESET_TEXT" val="联系方式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4"/>
  <p:tag name="KSO_WM_UNIT_ID" val="_11*f*4"/>
  <p:tag name="KSO_WM_UNIT_LAYERLEVEL" val="1"/>
  <p:tag name="KSO_WM_TAG_VERSION" val="3.0"/>
  <p:tag name="KSO_WM_BEAUTIFY_FLAG" val="#wm#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9"/>
  <p:tag name="KSO_WM_SPECIAL_SOURCE" val="bdnull"/>
  <p:tag name="KSO_WM_SLIDE_ID" val="custom20238096_1"/>
  <p:tag name="KSO_WM_TEMPLATE_SUBCATEGORY" val="29"/>
  <p:tag name="KSO_WM_TEMPLATE_MASTER_TYPE" val="0"/>
  <p:tag name="KSO_WM_TEMPLATE_COLOR_TYPE" val="0"/>
  <p:tag name="KSO_WM_SLIDE_TYPE" val="title"/>
  <p:tag name="KSO_WM_SLIDE_SUBTYPE" val="pureTxt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8096"/>
  <p:tag name="KSO_WM_SLIDE_LAYOUT" val="a_b_f"/>
  <p:tag name="KSO_WM_SLIDE_LAYOUT_CNT" val="1_1_2"/>
  <p:tag name="KSO_WM_SLIDE_THEME_ID" val="3326791"/>
  <p:tag name="KSO_WM_SLIDE_THEME_NAME" val="Green Fresh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8096_1*a*1"/>
  <p:tag name="KSO_WM_TEMPLATE_CATEGORY" val="custom"/>
  <p:tag name="KSO_WM_TEMPLATE_INDEX" val="20238096"/>
  <p:tag name="KSO_WM_UNIT_LAYERLEVEL" val="1"/>
  <p:tag name="KSO_WM_TAG_VERSION" val="3.0"/>
  <p:tag name="KSO_WM_BEAUTIFY_FLAG" val="#wm#"/>
  <p:tag name="KSO_WM_UNIT_PRESET_TEXT" val="The title goes here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8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38096_1*b*1"/>
  <p:tag name="KSO_WM_TEMPLATE_CATEGORY" val="custom"/>
  <p:tag name="KSO_WM_TEMPLATE_INDEX" val="20238096"/>
  <p:tag name="KSO_WM_UNIT_LAYERLEVEL" val="1"/>
  <p:tag name="KSO_WM_TAG_VERSION" val="3.0"/>
  <p:tag name="KSO_WM_BEAUTIFY_FLAG" val="#wm#"/>
  <p:tag name="KSO_WM_UNIT_PRESET_TEXT" val="Add description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g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5"/>
  <p:tag name="KSO_WM_UNIT_ID" val="custom20238096_1*f*5"/>
  <p:tag name="KSO_WM_TEMPLATE_CATEGORY" val="custom"/>
  <p:tag name="KSO_WM_TEMPLATE_INDEX" val="20238096"/>
  <p:tag name="KSO_WM_UNIT_LAYERLEVEL" val="1"/>
  <p:tag name="KSO_WM_TAG_VERSION" val="3.0"/>
  <p:tag name="KSO_WM_BEAUTIFY_FLAG" val="#wm#"/>
  <p:tag name="KSO_WM_UNIT_PRESET_TEXT" val="Click here to add text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b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4"/>
  <p:tag name="KSO_WM_UNIT_ID" val="custom20238096_1*f*4"/>
  <p:tag name="KSO_WM_TEMPLATE_CATEGORY" val="custom"/>
  <p:tag name="KSO_WM_TEMPLATE_INDEX" val="20238096"/>
  <p:tag name="KSO_WM_UNIT_LAYERLEVEL" val="1"/>
  <p:tag name="KSO_WM_TAG_VERSION" val="3.0"/>
  <p:tag name="KSO_WM_BEAUTIFY_FLAG" val="#wm#"/>
  <p:tag name="KSO_WM_UNIT_PRESET_TEXT" val="Name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TYPE" val="text"/>
  <p:tag name="KSO_WM_BEAUTIFY_FLAG" val="#wm#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1"/>
  <p:tag name="KSO_WM_UNIT_TYPE" val="j"/>
  <p:tag name="KSO_WM_BEAUTIFY_FLAG" val="#wm#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TYPE" val="text"/>
  <p:tag name="KSO_WM_BEAUTIFY_FLAG" val="#wm#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1"/>
  <p:tag name="KSO_WM_UNIT_TYPE" val="j"/>
  <p:tag name="KSO_WM_BEAUTIFY_FLAG" val="#wm#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TYPE" val="text"/>
  <p:tag name="KSO_WM_BEAUTIFY_FLAG" val="#wm#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1"/>
  <p:tag name="KSO_WM_UNIT_TYPE" val="j"/>
  <p:tag name="KSO_WM_BEAUTIFY_FLAG" val="#wm#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TYPE" val="text"/>
  <p:tag name="KSO_WM_BEAUTIFY_FLAG" val="#wm#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1"/>
  <p:tag name="KSO_WM_UNIT_TYPE" val="j"/>
  <p:tag name="KSO_WM_BEAUTIFY_FLAG" val="#wm#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TYPE" val="text"/>
  <p:tag name="KSO_WM_BEAUTIFY_FLAG" val="#wm#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1"/>
  <p:tag name="KSO_WM_UNIT_TYPE" val="j"/>
  <p:tag name="KSO_WM_BEAUTIFY_FLAG" val="#wm#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TYPE" val="text"/>
  <p:tag name="KSO_WM_BEAUTIFY_FLAG" val="#wm#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1"/>
  <p:tag name="KSO_WM_UNIT_TYPE" val="j"/>
  <p:tag name="KSO_WM_BEAUTIFY_FLAG" val="#wm#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TYPE" val="text"/>
  <p:tag name="KSO_WM_BEAUTIFY_FLAG" val="#wm#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1"/>
  <p:tag name="KSO_WM_UNIT_TYPE" val="j"/>
  <p:tag name="KSO_WM_BEAUTIFY_FLAG" val="#wm#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TYPE" val="text"/>
  <p:tag name="KSO_WM_BEAUTIFY_FLAG" val="#wm#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1"/>
  <p:tag name="KSO_WM_UNIT_TYPE" val="j"/>
  <p:tag name="KSO_WM_BEAUTIFY_FLAG" val="#wm#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2024.3.12-7">
      <a:dk1>
        <a:srgbClr val="333333"/>
      </a:dk1>
      <a:lt1>
        <a:srgbClr val="FFFFFF"/>
      </a:lt1>
      <a:dk2>
        <a:srgbClr val="111807"/>
      </a:dk2>
      <a:lt2>
        <a:srgbClr val="F7FFFB"/>
      </a:lt2>
      <a:accent1>
        <a:srgbClr val="8DC63F"/>
      </a:accent1>
      <a:accent2>
        <a:srgbClr val="D7DF23"/>
      </a:accent2>
      <a:accent3>
        <a:srgbClr val="00A44A"/>
      </a:accent3>
      <a:accent4>
        <a:srgbClr val="43B3C9"/>
      </a:accent4>
      <a:accent5>
        <a:srgbClr val="D74C3D"/>
      </a:accent5>
      <a:accent6>
        <a:srgbClr val="FFC715"/>
      </a:accent6>
      <a:hlink>
        <a:srgbClr val="304FFE"/>
      </a:hlink>
      <a:folHlink>
        <a:srgbClr val="492067"/>
      </a:folHlink>
    </a:clrScheme>
    <a:fontScheme name="传统">
      <a:majorFont>
        <a:latin typeface="Crimson Text SemiBold"/>
        <a:ea typeface="Crimson Text SemiBold"/>
        <a:cs typeface=""/>
      </a:majorFont>
      <a:minorFont>
        <a:latin typeface="Charis SIL"/>
        <a:ea typeface="Charis SI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normAutofit/>
      </a:bodyPr>
      <a:lstStyle>
        <a:defPPr algn="l">
          <a:lnSpc>
            <a:spcPct val="140000"/>
          </a:lnSpc>
          <a:defRPr sz="2400" kern="100" dirty="0">
            <a:effectLst/>
            <a:latin typeface="+mn-ea"/>
            <a:cs typeface="江城圆体 400W" panose="020B0500000000000000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29</Words>
  <Application>Microsoft Office PowerPoint</Application>
  <PresentationFormat>Widescreen</PresentationFormat>
  <Paragraphs>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Charis SIL</vt:lpstr>
      <vt:lpstr>Crimson Text SemiBold</vt:lpstr>
      <vt:lpstr>Office Theme</vt:lpstr>
      <vt:lpstr>1_Office Theme</vt:lpstr>
      <vt:lpstr>The title goes here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Shaik Jakeer</cp:lastModifiedBy>
  <cp:revision>5</cp:revision>
  <dcterms:created xsi:type="dcterms:W3CDTF">2013-01-27T09:14:00Z</dcterms:created>
  <dcterms:modified xsi:type="dcterms:W3CDTF">2026-10-03T05:27:03Z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9CF9189E0BE84E7C8663B1F44D9A8A5F_12</vt:lpwstr>
  </property>
  <property fmtid="{D5CDD505-2E9C-101B-9397-08002B2CF9AE}" pid="3" name="KSOProductBuildVer">
    <vt:lpwstr>1033-12.1.0.28485</vt:lpwstr>
  </property>
</Properties>
</file>