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82D4B"/>
                </a:solidFill>
              </a:defRPr>
            </a:pPr>
            <a:r>
              <a:t>SKILL DEPENDENCY GRAPH</a:t>
            </a:r>
          </a:p>
          <a:p>
            <a:pPr>
              <a:defRPr sz="2300">
                <a:solidFill>
                  <a:srgbClr val="3068BE"/>
                </a:solidFill>
              </a:defRPr>
            </a:pPr>
            <a:r>
              <a:t>Finding prerequisites and valid learning sequences</a:t>
            </a:r>
          </a:p>
          <a:p>
            <a:pPr>
              <a:defRPr sz="1700">
                <a:solidFill>
                  <a:srgbClr val="5F6978"/>
                </a:solidFill>
              </a:defRPr>
            </a:pPr>
            <a:r>
              <a:t>Algorithm-Centric Prototype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4114800"/>
            <a:ext cx="16459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30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82D4B"/>
                </a:solidFill>
              </a:defRPr>
            </a:pPr>
            <a:r>
              <a:t>Python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0" y="4114800"/>
            <a:ext cx="16459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30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82D4B"/>
                </a:solidFill>
              </a:defRPr>
            </a:pPr>
            <a:r>
              <a:t>DSA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52160" y="4114800"/>
            <a:ext cx="16459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30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82D4B"/>
                </a:solidFill>
              </a:defRPr>
            </a:pPr>
            <a:r>
              <a:t>Graphs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63840" y="4114800"/>
            <a:ext cx="164592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30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82D4B"/>
                </a:solidFill>
              </a:defRPr>
            </a:pPr>
            <a:r>
              <a:t>Algorithms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474720" y="4407408"/>
            <a:ext cx="365760" cy="0"/>
          </a:xfrm>
          <a:prstGeom prst="line">
            <a:avLst/>
          </a:prstGeom>
          <a:ln w="2540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486400" y="4407408"/>
            <a:ext cx="365760" cy="0"/>
          </a:xfrm>
          <a:prstGeom prst="line">
            <a:avLst/>
          </a:prstGeom>
          <a:ln w="2540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498079" y="4407408"/>
            <a:ext cx="365761" cy="0"/>
          </a:xfrm>
          <a:prstGeom prst="line">
            <a:avLst/>
          </a:prstGeom>
          <a:ln w="2540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B"/>
                </a:solidFill>
              </a:defRPr>
            </a:pPr>
            <a:r>
              <a:t>1.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Technical skills often depend on prerequisite skills.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Represent skills and prerequisite relationships as a directed graph.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Identify missing prerequisites before a learner starts a target skill.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Generate a valid order in which skills can be learned.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Use graph algorithms to make the process systematic.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B"/>
                </a:solidFill>
              </a:defRPr>
            </a:pPr>
            <a:r>
              <a:t>2. Project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Model each skill as a graph node.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Model “must know before” relationships as directed edges.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Use DFS to explore dependency chains.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Use topological sorting to produce a valid learning sequence.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Use connected components to identify separate skill groups.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Present results through a simple Streamlit interface.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B"/>
                </a:solidFill>
              </a:defRPr>
            </a:pPr>
            <a:r>
              <a:t>4. Core Algorithm — DFS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Depth-First Search explores a dependency chain as deeply as possible.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Start from a target skill and recursively visit its prerequisites.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Track visited nodes to avoid repeated work.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DFS reveals indirect prerequisites such as A → B → C.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Time complexity: O(V + E), where V = skills and E = dependency links.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B"/>
                </a:solidFill>
              </a:defRPr>
            </a:pPr>
            <a:r>
              <a:t>5. Topological Sort — Learning Order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A topological ordering places every prerequisite before its dependent skill.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It applies when the dependency graph is a DAG (Directed Acyclic Graph).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It can generate a valid learning sequence.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If a cycle exists, no valid topological order exists.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Time complexity: O(V + 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B"/>
                </a:solidFill>
              </a:defRPr>
            </a:pPr>
            <a:r>
              <a:t>6. Connected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Connected-component analysis identifies groups of related skills.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Components can reveal independent learning areas.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Example: Web Development skills may form one group while Data Science skills form another.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Components help organize a large curriculum into manageable clusters.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B"/>
                </a:solidFill>
              </a:defRPr>
            </a:pPr>
            <a:r>
              <a:t>7. Finding Missing Prerequisites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Select a target skill, such as “Topological Sort”.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DFS traverses all prerequisite paths.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Compare discovered prerequisites with the learner’s known skills.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Skills not yet known are reported as missing prerequisites.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This creates a personalized dependency checklist.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B"/>
                </a:solidFill>
              </a:defRPr>
            </a:pPr>
            <a:r>
              <a:t>8. System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Enter Skills → Add Dependencies → Build Graph → Run DFS → Topological Sort → Show Results.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Input is converted into a graph before algorithmic analysis.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The output contains missing prerequisites and a valid learning sequence.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B"/>
                </a:solidFill>
              </a:defRPr>
            </a:pPr>
            <a:r>
              <a:t>9. Example Use Case — Learning DSA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Goal: learn “Topological Sort”.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Dependencies: Graph Basics → DFS → Topological Sort.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If Graph Basics is known but DFS is not, DFS becomes a missing prerequisite.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Generated learning sequence: Graph Basics → DFS → Topological Sort.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B"/>
                </a:solidFill>
              </a:defRPr>
            </a:pPr>
            <a:r>
              <a:t>10. Suggested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Python — graph algorithms and application logic.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Streamlit — interactive user interface and visualization.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Neo4j — graph database for storing skills and relationships.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NetworkX — optional Python library for graph operations.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Git/GitHub — version control and project collaboration.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B"/>
                </a:solidFill>
              </a:defRPr>
            </a:pPr>
            <a:r>
              <a:t>11. Streamlit Interface — Proposed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Skill Input | Dependency Editor | Target Skill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Graph View | Missing Prerequisites | Learning Sequence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The dashboard can combine graph visualization with algorithm results.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B"/>
                </a:solidFill>
              </a:defRPr>
            </a:pPr>
            <a:r>
              <a:t>12. Advantages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Clearly exposes prerequisite relationships.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Prevents learners from skipping essential concepts.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Produces an ordered learning path.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Scales from small skill sets to larger curricula.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Graph algorithms make the system efficient and explainable.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Interactive visualization makes dependencies easier to understand.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B"/>
                </a:solidFill>
              </a:defRPr>
            </a:pPr>
            <a:r>
              <a:t>13. Limitations &amp; 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Current graph depends on accurate prerequisite data.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Large graphs may require filtering and search features.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Future: add skill difficulty, priority, time, and learning resources.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Future: recommend resources for each missing prerequisite.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Future: add learner progress tracking and personalized paths.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Future: use Neo4j queries for advanced graph analytics.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B"/>
                </a:solidFill>
              </a:defRPr>
            </a:pPr>
            <a:r>
              <a:t>14. Expected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Dependency graph showing skills and prerequisite links.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List of missing prerequisites for a selected target skill.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Valid topological learning sequence when no cycle exists.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Connected skill groups for curriculum organization.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Interactive Streamlit dashboard for exploring the results.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B"/>
                </a:solidFill>
              </a:defRPr>
            </a:pPr>
            <a:r>
              <a:t>15.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A Skill Dependency Graph converts a learning curriculum into a structured graph.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DFS identifies prerequisite chains and missing skills.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Topological sorting generates a valid learning sequence for acyclic dependencies.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Connected components organize independent skill groups.</a:t>
            </a:r>
          </a:p>
          <a:p>
            <a:pPr>
              <a:spcAft>
                <a:spcPts val="1200"/>
              </a:spcAft>
              <a:defRPr sz="1900">
                <a:solidFill>
                  <a:srgbClr val="232A34"/>
                </a:solidFill>
              </a:defRPr>
            </a:pPr>
            <a:r>
              <a:t>Python + Streamlit + Neo4j provide a practical prototype architecture.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B"/>
                </a:solidFill>
              </a:defRPr>
            </a:pPr>
            <a:r>
              <a:t>3. Graph Representation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6012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F6978"/>
                </a:solidFill>
              </a:defRPr>
            </a:pPr>
            <a:r>
              <a:t>Example dependency graph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173736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30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82D4B"/>
                </a:solidFill>
              </a:defRPr>
            </a:pPr>
            <a:r>
              <a:t>Python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1828800"/>
            <a:ext cx="173736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30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82D4B"/>
                </a:solidFill>
              </a:defRPr>
            </a:pPr>
            <a:r>
              <a:t>DSA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173736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30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82D4B"/>
                </a:solidFill>
              </a:defRPr>
            </a:pPr>
            <a:r>
              <a:t>Graphs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1828800"/>
            <a:ext cx="173736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30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82D4B"/>
                </a:solidFill>
              </a:defRPr>
            </a:pPr>
            <a:r>
              <a:t>Algorithms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03120" y="3931920"/>
            <a:ext cx="173736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30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82D4B"/>
                </a:solidFill>
              </a:defRPr>
            </a:pPr>
            <a:r>
              <a:t>Recursion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3931920"/>
            <a:ext cx="173736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30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82D4B"/>
                </a:solidFill>
              </a:defRPr>
            </a:pPr>
            <a:r>
              <a:t>DFS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3931920"/>
            <a:ext cx="173736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3068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82D4B"/>
                </a:solidFill>
              </a:defRPr>
            </a:pPr>
            <a:r>
              <a:t>Topological Sort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651760" y="2121408"/>
            <a:ext cx="1005840" cy="0"/>
          </a:xfrm>
          <a:prstGeom prst="line">
            <a:avLst/>
          </a:prstGeom>
          <a:ln w="2540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394960" y="2121408"/>
            <a:ext cx="1005840" cy="0"/>
          </a:xfrm>
          <a:prstGeom prst="line">
            <a:avLst/>
          </a:prstGeom>
          <a:ln w="2540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138160" y="2121408"/>
            <a:ext cx="1005840" cy="0"/>
          </a:xfrm>
          <a:prstGeom prst="line">
            <a:avLst/>
          </a:prstGeom>
          <a:ln w="2540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286000" y="2423160"/>
            <a:ext cx="685800" cy="1508760"/>
          </a:xfrm>
          <a:prstGeom prst="line">
            <a:avLst/>
          </a:prstGeom>
          <a:ln w="2540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297680" y="2423160"/>
            <a:ext cx="1005840" cy="1508760"/>
          </a:xfrm>
          <a:prstGeom prst="line">
            <a:avLst/>
          </a:prstGeom>
          <a:ln w="2540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040880" y="2423160"/>
            <a:ext cx="1097280" cy="1508760"/>
          </a:xfrm>
          <a:prstGeom prst="line">
            <a:avLst/>
          </a:prstGeom>
          <a:ln w="25400">
            <a:solidFill>
              <a:srgbClr val="5F69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31520" y="566928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5F6978"/>
                </a:solidFill>
              </a:defRPr>
            </a:pPr>
            <a:r>
              <a:t>Edge direction: prerequisite → dependent skill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30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D4B"/>
                </a:solidFill>
              </a:defRPr>
            </a:pPr>
            <a:r>
              <a:t>16. 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332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200" b="1">
                <a:solidFill>
                  <a:srgbClr val="182D4B"/>
                </a:solidFill>
              </a:defRPr>
            </a:pPr>
            <a:r>
              <a:t>THANK YOU</a:t>
            </a:r>
          </a:p>
          <a:p>
            <a:pPr algn="ctr">
              <a:defRPr sz="2200">
                <a:solidFill>
                  <a:srgbClr val="3068BE"/>
                </a:solidFill>
              </a:defRPr>
            </a:pPr>
            <a:r>
              <a:t>Skill Dependency Graph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